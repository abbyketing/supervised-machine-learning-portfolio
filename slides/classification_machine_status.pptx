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DC304-BA6D-482F-A6A3-F36238B0640B}" v="1" dt="2026-03-27T13:37:19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H KE TING" userId="40fef732-b837-491d-b009-18c893e995dd" providerId="ADAL" clId="{5C74FD94-D309-480F-B00B-160A24EA88FD}"/>
    <pc:docChg chg="undo redo custSel addSld delSld modSld sldOrd">
      <pc:chgData name="TOH KE TING" userId="40fef732-b837-491d-b009-18c893e995dd" providerId="ADAL" clId="{5C74FD94-D309-480F-B00B-160A24EA88FD}" dt="2026-03-27T13:37:34.508" v="10982" actId="20577"/>
      <pc:docMkLst>
        <pc:docMk/>
      </pc:docMkLst>
      <pc:sldChg chg="modSp mod">
        <pc:chgData name="TOH KE TING" userId="40fef732-b837-491d-b009-18c893e995dd" providerId="ADAL" clId="{5C74FD94-D309-480F-B00B-160A24EA88FD}" dt="2026-03-27T13:37:34.508" v="10982" actId="20577"/>
        <pc:sldMkLst>
          <pc:docMk/>
          <pc:sldMk cId="2569540173" sldId="256"/>
        </pc:sldMkLst>
        <pc:spChg chg="mod">
          <ac:chgData name="TOH KE TING" userId="40fef732-b837-491d-b009-18c893e995dd" providerId="ADAL" clId="{5C74FD94-D309-480F-B00B-160A24EA88FD}" dt="2026-03-27T13:37:34.508" v="10982" actId="20577"/>
          <ac:spMkLst>
            <pc:docMk/>
            <pc:sldMk cId="2569540173" sldId="256"/>
            <ac:spMk id="2" creationId="{F1EEE91C-621D-03AC-BEC7-3EF6BFF62A9E}"/>
          </ac:spMkLst>
        </pc:spChg>
        <pc:spChg chg="mod">
          <ac:chgData name="TOH KE TING" userId="40fef732-b837-491d-b009-18c893e995dd" providerId="ADAL" clId="{5C74FD94-D309-480F-B00B-160A24EA88FD}" dt="2026-03-19T03:03:06.590" v="10468" actId="14100"/>
          <ac:spMkLst>
            <pc:docMk/>
            <pc:sldMk cId="2569540173" sldId="256"/>
            <ac:spMk id="3" creationId="{34EF63EF-8058-198E-FFD3-8C5557154E19}"/>
          </ac:spMkLst>
        </pc:spChg>
        <pc:spChg chg="mod">
          <ac:chgData name="TOH KE TING" userId="40fef732-b837-491d-b009-18c893e995dd" providerId="ADAL" clId="{5C74FD94-D309-480F-B00B-160A24EA88FD}" dt="2026-03-19T02:59:15.180" v="10467" actId="20577"/>
          <ac:spMkLst>
            <pc:docMk/>
            <pc:sldMk cId="2569540173" sldId="256"/>
            <ac:spMk id="7" creationId="{72D90AFD-1F25-5894-5D0B-161710B055E5}"/>
          </ac:spMkLst>
        </pc:spChg>
      </pc:sldChg>
      <pc:sldChg chg="modSp mod">
        <pc:chgData name="TOH KE TING" userId="40fef732-b837-491d-b009-18c893e995dd" providerId="ADAL" clId="{5C74FD94-D309-480F-B00B-160A24EA88FD}" dt="2026-03-19T03:04:34.142" v="10572" actId="20577"/>
        <pc:sldMkLst>
          <pc:docMk/>
          <pc:sldMk cId="2514399082" sldId="257"/>
        </pc:sldMkLst>
        <pc:spChg chg="mod">
          <ac:chgData name="TOH KE TING" userId="40fef732-b837-491d-b009-18c893e995dd" providerId="ADAL" clId="{5C74FD94-D309-480F-B00B-160A24EA88FD}" dt="2026-03-19T03:03:37.798" v="10509" actId="1036"/>
          <ac:spMkLst>
            <pc:docMk/>
            <pc:sldMk cId="2514399082" sldId="257"/>
            <ac:spMk id="2" creationId="{B9636927-CD15-8E38-0F67-A951ACC7346B}"/>
          </ac:spMkLst>
        </pc:spChg>
        <pc:spChg chg="mod">
          <ac:chgData name="TOH KE TING" userId="40fef732-b837-491d-b009-18c893e995dd" providerId="ADAL" clId="{5C74FD94-D309-480F-B00B-160A24EA88FD}" dt="2026-03-19T03:04:34.142" v="10572" actId="20577"/>
          <ac:spMkLst>
            <pc:docMk/>
            <pc:sldMk cId="2514399082" sldId="257"/>
            <ac:spMk id="6" creationId="{1A6BEB8C-1CC9-69A5-742E-42904593FFB2}"/>
          </ac:spMkLst>
        </pc:spChg>
      </pc:sldChg>
      <pc:sldChg chg="delSp modSp mod">
        <pc:chgData name="TOH KE TING" userId="40fef732-b837-491d-b009-18c893e995dd" providerId="ADAL" clId="{5C74FD94-D309-480F-B00B-160A24EA88FD}" dt="2026-03-19T07:31:55.197" v="10881" actId="1076"/>
        <pc:sldMkLst>
          <pc:docMk/>
          <pc:sldMk cId="2000722827" sldId="258"/>
        </pc:sldMkLst>
        <pc:spChg chg="mod">
          <ac:chgData name="TOH KE TING" userId="40fef732-b837-491d-b009-18c893e995dd" providerId="ADAL" clId="{5C74FD94-D309-480F-B00B-160A24EA88FD}" dt="2026-03-19T07:30:55.526" v="10873" actId="1076"/>
          <ac:spMkLst>
            <pc:docMk/>
            <pc:sldMk cId="2000722827" sldId="258"/>
            <ac:spMk id="2" creationId="{35E59687-219F-0B8D-5B15-B10C8D3DB01E}"/>
          </ac:spMkLst>
        </pc:spChg>
        <pc:spChg chg="mod">
          <ac:chgData name="TOH KE TING" userId="40fef732-b837-491d-b009-18c893e995dd" providerId="ADAL" clId="{5C74FD94-D309-480F-B00B-160A24EA88FD}" dt="2026-03-19T07:31:51.673" v="10880" actId="1076"/>
          <ac:spMkLst>
            <pc:docMk/>
            <pc:sldMk cId="2000722827" sldId="258"/>
            <ac:spMk id="6" creationId="{7C50DC31-2C35-5D6C-0BFA-A538CCDA92FB}"/>
          </ac:spMkLst>
        </pc:spChg>
        <pc:spChg chg="mod">
          <ac:chgData name="TOH KE TING" userId="40fef732-b837-491d-b009-18c893e995dd" providerId="ADAL" clId="{5C74FD94-D309-480F-B00B-160A24EA88FD}" dt="2026-03-19T07:31:03.742" v="10876" actId="1076"/>
          <ac:spMkLst>
            <pc:docMk/>
            <pc:sldMk cId="2000722827" sldId="258"/>
            <ac:spMk id="7" creationId="{84A00E3F-674B-A168-53AA-9F74A48A1835}"/>
          </ac:spMkLst>
        </pc:spChg>
        <pc:spChg chg="mod">
          <ac:chgData name="TOH KE TING" userId="40fef732-b837-491d-b009-18c893e995dd" providerId="ADAL" clId="{5C74FD94-D309-480F-B00B-160A24EA88FD}" dt="2026-03-19T07:31:43.669" v="10879" actId="1076"/>
          <ac:spMkLst>
            <pc:docMk/>
            <pc:sldMk cId="2000722827" sldId="258"/>
            <ac:spMk id="8" creationId="{4DA68EAF-ACD7-3664-9E92-66530F5F896E}"/>
          </ac:spMkLst>
        </pc:spChg>
        <pc:spChg chg="mod">
          <ac:chgData name="TOH KE TING" userId="40fef732-b837-491d-b009-18c893e995dd" providerId="ADAL" clId="{5C74FD94-D309-480F-B00B-160A24EA88FD}" dt="2026-03-19T07:31:55.197" v="10881" actId="1076"/>
          <ac:spMkLst>
            <pc:docMk/>
            <pc:sldMk cId="2000722827" sldId="258"/>
            <ac:spMk id="9" creationId="{AB27ABBC-8CAF-1923-3203-DCBD694AB503}"/>
          </ac:spMkLst>
        </pc:spChg>
        <pc:graphicFrameChg chg="mod">
          <ac:chgData name="TOH KE TING" userId="40fef732-b837-491d-b009-18c893e995dd" providerId="ADAL" clId="{5C74FD94-D309-480F-B00B-160A24EA88FD}" dt="2026-03-19T07:30:50.562" v="10872" actId="1076"/>
          <ac:graphicFrameMkLst>
            <pc:docMk/>
            <pc:sldMk cId="2000722827" sldId="258"/>
            <ac:graphicFrameMk id="5" creationId="{4B890063-4F6A-A7A9-B0AB-6474443F7DF9}"/>
          </ac:graphicFrameMkLst>
        </pc:graphicFrameChg>
        <pc:inkChg chg="mod">
          <ac:chgData name="TOH KE TING" userId="40fef732-b837-491d-b009-18c893e995dd" providerId="ADAL" clId="{5C74FD94-D309-480F-B00B-160A24EA88FD}" dt="2026-03-19T07:29:29.376" v="10744" actId="1076"/>
          <ac:inkMkLst>
            <pc:docMk/>
            <pc:sldMk cId="2000722827" sldId="258"/>
            <ac:inkMk id="4" creationId="{DC1B5044-20F8-993F-9C9C-E4AD1FFD249B}"/>
          </ac:inkMkLst>
        </pc:inkChg>
        <pc:inkChg chg="mod">
          <ac:chgData name="TOH KE TING" userId="40fef732-b837-491d-b009-18c893e995dd" providerId="ADAL" clId="{5C74FD94-D309-480F-B00B-160A24EA88FD}" dt="2026-03-19T07:29:21.038" v="10741" actId="1076"/>
          <ac:inkMkLst>
            <pc:docMk/>
            <pc:sldMk cId="2000722827" sldId="258"/>
            <ac:inkMk id="10" creationId="{C3AEA3B4-29F1-10DA-3051-38F87A5EBAD1}"/>
          </ac:inkMkLst>
        </pc:inkChg>
        <pc:inkChg chg="mod">
          <ac:chgData name="TOH KE TING" userId="40fef732-b837-491d-b009-18c893e995dd" providerId="ADAL" clId="{5C74FD94-D309-480F-B00B-160A24EA88FD}" dt="2026-03-19T07:28:17.591" v="10630" actId="14100"/>
          <ac:inkMkLst>
            <pc:docMk/>
            <pc:sldMk cId="2000722827" sldId="258"/>
            <ac:inkMk id="16" creationId="{DFFF8147-331B-7547-B141-57F17CEFA25D}"/>
          </ac:inkMkLst>
        </pc:inkChg>
      </pc:sldChg>
      <pc:sldChg chg="modSp mod">
        <pc:chgData name="TOH KE TING" userId="40fef732-b837-491d-b009-18c893e995dd" providerId="ADAL" clId="{5C74FD94-D309-480F-B00B-160A24EA88FD}" dt="2026-03-19T07:34:27.461" v="10916" actId="1038"/>
        <pc:sldMkLst>
          <pc:docMk/>
          <pc:sldMk cId="3475601954" sldId="259"/>
        </pc:sldMkLst>
        <pc:spChg chg="mod">
          <ac:chgData name="TOH KE TING" userId="40fef732-b837-491d-b009-18c893e995dd" providerId="ADAL" clId="{5C74FD94-D309-480F-B00B-160A24EA88FD}" dt="2026-03-19T07:33:37.214" v="10901" actId="1076"/>
          <ac:spMkLst>
            <pc:docMk/>
            <pc:sldMk cId="3475601954" sldId="259"/>
            <ac:spMk id="3" creationId="{043E931A-EFF3-6C1F-578D-21CBDEE6A10E}"/>
          </ac:spMkLst>
        </pc:spChg>
        <pc:spChg chg="mod">
          <ac:chgData name="TOH KE TING" userId="40fef732-b837-491d-b009-18c893e995dd" providerId="ADAL" clId="{5C74FD94-D309-480F-B00B-160A24EA88FD}" dt="2026-03-19T07:34:20.916" v="10905" actId="20577"/>
          <ac:spMkLst>
            <pc:docMk/>
            <pc:sldMk cId="3475601954" sldId="259"/>
            <ac:spMk id="8" creationId="{4DCF828A-CA2C-6CB2-5118-B07F5482D442}"/>
          </ac:spMkLst>
        </pc:spChg>
        <pc:spChg chg="mod">
          <ac:chgData name="TOH KE TING" userId="40fef732-b837-491d-b009-18c893e995dd" providerId="ADAL" clId="{5C74FD94-D309-480F-B00B-160A24EA88FD}" dt="2026-03-19T07:34:27.461" v="10916" actId="1038"/>
          <ac:spMkLst>
            <pc:docMk/>
            <pc:sldMk cId="3475601954" sldId="259"/>
            <ac:spMk id="10" creationId="{27DBD8B9-48C8-9114-C9BF-736513031D37}"/>
          </ac:spMkLst>
        </pc:spChg>
        <pc:inkChg chg="mod">
          <ac:chgData name="TOH KE TING" userId="40fef732-b837-491d-b009-18c893e995dd" providerId="ADAL" clId="{5C74FD94-D309-480F-B00B-160A24EA88FD}" dt="2026-03-19T07:33:31.943" v="10900" actId="14100"/>
          <ac:inkMkLst>
            <pc:docMk/>
            <pc:sldMk cId="3475601954" sldId="259"/>
            <ac:inkMk id="13" creationId="{80E8AFEB-7C26-EABD-38FD-7FF04DBD4C12}"/>
          </ac:inkMkLst>
        </pc:inkChg>
        <pc:inkChg chg="mod">
          <ac:chgData name="TOH KE TING" userId="40fef732-b837-491d-b009-18c893e995dd" providerId="ADAL" clId="{5C74FD94-D309-480F-B00B-160A24EA88FD}" dt="2026-03-19T07:33:27.990" v="10899" actId="1076"/>
          <ac:inkMkLst>
            <pc:docMk/>
            <pc:sldMk cId="3475601954" sldId="259"/>
            <ac:inkMk id="14" creationId="{7ABBD191-427A-BFFC-D062-6B836C2DA902}"/>
          </ac:inkMkLst>
        </pc:inkChg>
      </pc:sldChg>
      <pc:sldChg chg="modSp del mod">
        <pc:chgData name="TOH KE TING" userId="40fef732-b837-491d-b009-18c893e995dd" providerId="ADAL" clId="{5C74FD94-D309-480F-B00B-160A24EA88FD}" dt="2026-03-27T13:35:00.142" v="10966" actId="2696"/>
        <pc:sldMkLst>
          <pc:docMk/>
          <pc:sldMk cId="3149689138" sldId="261"/>
        </pc:sldMkLst>
      </pc:sldChg>
      <pc:sldChg chg="modSp del mod">
        <pc:chgData name="TOH KE TING" userId="40fef732-b837-491d-b009-18c893e995dd" providerId="ADAL" clId="{5C74FD94-D309-480F-B00B-160A24EA88FD}" dt="2026-03-27T13:35:04.642" v="10967" actId="2696"/>
        <pc:sldMkLst>
          <pc:docMk/>
          <pc:sldMk cId="4232758601" sldId="262"/>
        </pc:sldMkLst>
      </pc:sldChg>
      <pc:sldChg chg="modSp del mod">
        <pc:chgData name="TOH KE TING" userId="40fef732-b837-491d-b009-18c893e995dd" providerId="ADAL" clId="{5C74FD94-D309-480F-B00B-160A24EA88FD}" dt="2026-03-27T13:35:08.744" v="10968" actId="2696"/>
        <pc:sldMkLst>
          <pc:docMk/>
          <pc:sldMk cId="1957998424" sldId="263"/>
        </pc:sldMkLst>
      </pc:sldChg>
      <pc:sldChg chg="del">
        <pc:chgData name="TOH KE TING" userId="40fef732-b837-491d-b009-18c893e995dd" providerId="ADAL" clId="{5C74FD94-D309-480F-B00B-160A24EA88FD}" dt="2026-03-27T13:35:11.524" v="10969" actId="2696"/>
        <pc:sldMkLst>
          <pc:docMk/>
          <pc:sldMk cId="1413471031" sldId="264"/>
        </pc:sldMkLst>
      </pc:sldChg>
      <pc:sldChg chg="del">
        <pc:chgData name="TOH KE TING" userId="40fef732-b837-491d-b009-18c893e995dd" providerId="ADAL" clId="{5C74FD94-D309-480F-B00B-160A24EA88FD}" dt="2026-03-27T13:35:16.331" v="10970" actId="2696"/>
        <pc:sldMkLst>
          <pc:docMk/>
          <pc:sldMk cId="294897603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012364-0CDC-4B02-B9A1-149A67979559}" type="doc">
      <dgm:prSet loTypeId="urn:microsoft.com/office/officeart/2005/8/layout/vList2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D6FC3CB-F130-4458-9F82-0481328F0826}">
      <dgm:prSet/>
      <dgm:spPr/>
      <dgm:t>
        <a:bodyPr/>
        <a:lstStyle/>
        <a:p>
          <a:r>
            <a:rPr lang="en-US" b="1" dirty="0"/>
            <a:t>Boxplots:</a:t>
          </a:r>
          <a:r>
            <a:rPr lang="en-US" dirty="0"/>
            <a:t> Each numeric feature vs Machine Status</a:t>
          </a:r>
        </a:p>
      </dgm:t>
    </dgm:pt>
    <dgm:pt modelId="{5FBF29BA-B449-4010-A7C5-677B6F60C4C1}" type="parTrans" cxnId="{02EEAF09-8FF9-4703-ADAE-FF689478AECB}">
      <dgm:prSet/>
      <dgm:spPr/>
      <dgm:t>
        <a:bodyPr/>
        <a:lstStyle/>
        <a:p>
          <a:endParaRPr lang="en-US"/>
        </a:p>
      </dgm:t>
    </dgm:pt>
    <dgm:pt modelId="{7FED02F3-44F9-421A-9414-63FE395770BE}" type="sibTrans" cxnId="{02EEAF09-8FF9-4703-ADAE-FF689478AECB}">
      <dgm:prSet/>
      <dgm:spPr/>
      <dgm:t>
        <a:bodyPr/>
        <a:lstStyle/>
        <a:p>
          <a:endParaRPr lang="en-US"/>
        </a:p>
      </dgm:t>
    </dgm:pt>
    <dgm:pt modelId="{9667CA6F-B7C1-4A72-A7AA-E0011BA8B9DA}">
      <dgm:prSet/>
      <dgm:spPr/>
      <dgm:t>
        <a:bodyPr/>
        <a:lstStyle/>
        <a:p>
          <a:r>
            <a:rPr lang="en-US" b="1" dirty="0"/>
            <a:t>Histogram:</a:t>
          </a:r>
          <a:r>
            <a:rPr lang="en-US" dirty="0"/>
            <a:t> Distribution of numeric features</a:t>
          </a:r>
        </a:p>
      </dgm:t>
    </dgm:pt>
    <dgm:pt modelId="{A71956CD-AA44-4BCE-ACBF-B9BC57C8BBBC}" type="parTrans" cxnId="{BD75C3FF-CC9E-4AA0-8853-103FF34B1EAD}">
      <dgm:prSet/>
      <dgm:spPr/>
      <dgm:t>
        <a:bodyPr/>
        <a:lstStyle/>
        <a:p>
          <a:endParaRPr lang="en-US"/>
        </a:p>
      </dgm:t>
    </dgm:pt>
    <dgm:pt modelId="{BCAAF673-A502-4761-9159-3D3BB9DE95A9}" type="sibTrans" cxnId="{BD75C3FF-CC9E-4AA0-8853-103FF34B1EAD}">
      <dgm:prSet/>
      <dgm:spPr/>
      <dgm:t>
        <a:bodyPr/>
        <a:lstStyle/>
        <a:p>
          <a:endParaRPr lang="en-US"/>
        </a:p>
      </dgm:t>
    </dgm:pt>
    <dgm:pt modelId="{98A1D3E7-1DE1-483B-9135-E11CC6CECA27}">
      <dgm:prSet/>
      <dgm:spPr/>
      <dgm:t>
        <a:bodyPr/>
        <a:lstStyle/>
        <a:p>
          <a:r>
            <a:rPr lang="en-US" dirty="0"/>
            <a:t>-To compare the distribution with respect to Machine Status</a:t>
          </a:r>
        </a:p>
      </dgm:t>
    </dgm:pt>
    <dgm:pt modelId="{A4DC44BB-7A52-4D6C-8DFD-122B137A3779}" type="parTrans" cxnId="{C751724E-1B3D-404C-BB64-7F3CF2E9C7CD}">
      <dgm:prSet/>
      <dgm:spPr/>
      <dgm:t>
        <a:bodyPr/>
        <a:lstStyle/>
        <a:p>
          <a:endParaRPr lang="en-US"/>
        </a:p>
      </dgm:t>
    </dgm:pt>
    <dgm:pt modelId="{86740136-37E4-4938-A734-F4B672CAC78D}" type="sibTrans" cxnId="{C751724E-1B3D-404C-BB64-7F3CF2E9C7CD}">
      <dgm:prSet/>
      <dgm:spPr/>
      <dgm:t>
        <a:bodyPr/>
        <a:lstStyle/>
        <a:p>
          <a:endParaRPr lang="en-US"/>
        </a:p>
      </dgm:t>
    </dgm:pt>
    <dgm:pt modelId="{6946F154-A210-4714-AE78-510B8FC8AEA5}">
      <dgm:prSet/>
      <dgm:spPr/>
      <dgm:t>
        <a:bodyPr/>
        <a:lstStyle/>
        <a:p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Ambient T             ~ multimodal,       low variance  </a:t>
          </a:r>
          <a:endParaRPr lang="en-US" b="1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54BCCFEB-D652-4774-B04B-A522C1381322}" type="parTrans" cxnId="{65400EF8-C1A1-4529-AFF3-C76ECB654C88}">
      <dgm:prSet/>
      <dgm:spPr/>
      <dgm:t>
        <a:bodyPr/>
        <a:lstStyle/>
        <a:p>
          <a:endParaRPr lang="en-US"/>
        </a:p>
      </dgm:t>
    </dgm:pt>
    <dgm:pt modelId="{03D1BE42-3990-4ADF-BF25-69D0F5BF086F}" type="sibTrans" cxnId="{65400EF8-C1A1-4529-AFF3-C76ECB654C88}">
      <dgm:prSet/>
      <dgm:spPr/>
      <dgm:t>
        <a:bodyPr/>
        <a:lstStyle/>
        <a:p>
          <a:endParaRPr lang="en-US"/>
        </a:p>
      </dgm:t>
    </dgm:pt>
    <dgm:pt modelId="{7848986A-E76B-46BD-B8FB-D8552358EE29}">
      <dgm:prSet/>
      <dgm:spPr/>
      <dgm:t>
        <a:bodyPr/>
        <a:lstStyle/>
        <a:p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Process T              ~ normal,                low variance</a:t>
          </a:r>
          <a:endParaRPr lang="en-US" b="1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A9C6509-1080-4781-9356-7B6C9BC975EF}" type="parTrans" cxnId="{363AD02B-E861-44D7-A4AC-41E0CE20799C}">
      <dgm:prSet/>
      <dgm:spPr/>
      <dgm:t>
        <a:bodyPr/>
        <a:lstStyle/>
        <a:p>
          <a:endParaRPr lang="en-US"/>
        </a:p>
      </dgm:t>
    </dgm:pt>
    <dgm:pt modelId="{C24B4585-CE51-4A25-AD39-02790644A148}" type="sibTrans" cxnId="{363AD02B-E861-44D7-A4AC-41E0CE20799C}">
      <dgm:prSet/>
      <dgm:spPr/>
      <dgm:t>
        <a:bodyPr/>
        <a:lstStyle/>
        <a:p>
          <a:endParaRPr lang="en-US"/>
        </a:p>
      </dgm:t>
    </dgm:pt>
    <dgm:pt modelId="{90DAFA66-424A-4957-B3CE-EF463F401AF2}">
      <dgm:prSet/>
      <dgm:spPr/>
      <dgm:t>
        <a:bodyPr/>
        <a:lstStyle/>
        <a:p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Rotation Speed  ~ right-skewed,  high variance</a:t>
          </a:r>
          <a:endParaRPr lang="en-US" b="1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7CF04CEF-D318-49C0-B394-C068AF63A386}" type="parTrans" cxnId="{5164C2C3-66F7-4492-9E8C-E3496A482DFD}">
      <dgm:prSet/>
      <dgm:spPr/>
      <dgm:t>
        <a:bodyPr/>
        <a:lstStyle/>
        <a:p>
          <a:endParaRPr lang="en-US"/>
        </a:p>
      </dgm:t>
    </dgm:pt>
    <dgm:pt modelId="{2B199569-AEF5-4634-AE09-1A18E7E07A3E}" type="sibTrans" cxnId="{5164C2C3-66F7-4492-9E8C-E3496A482DFD}">
      <dgm:prSet/>
      <dgm:spPr/>
      <dgm:t>
        <a:bodyPr/>
        <a:lstStyle/>
        <a:p>
          <a:endParaRPr lang="en-US"/>
        </a:p>
      </dgm:t>
    </dgm:pt>
    <dgm:pt modelId="{133B4095-7B5D-4043-8F22-E96D9396FECB}">
      <dgm:prSet/>
      <dgm:spPr/>
      <dgm:t>
        <a:bodyPr/>
        <a:lstStyle/>
        <a:p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Torque                    ~ normal ,</a:t>
          </a:r>
          <a:r>
            <a:rPr lang="zh-CN" b="1" dirty="0">
              <a:solidFill>
                <a:schemeClr val="tx1">
                  <a:lumMod val="95000"/>
                  <a:lumOff val="5000"/>
                </a:schemeClr>
              </a:solidFill>
            </a:rPr>
            <a:t>           </a:t>
          </a:r>
          <a:r>
            <a:rPr lang="en-US" altLang="zh-CN" b="1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zh-CN" b="1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US" altLang="zh-CN" b="1" dirty="0">
              <a:solidFill>
                <a:schemeClr val="tx1">
                  <a:lumMod val="95000"/>
                  <a:lumOff val="5000"/>
                </a:schemeClr>
              </a:solidFill>
            </a:rPr>
            <a:t>  </a:t>
          </a:r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high</a:t>
          </a:r>
          <a:r>
            <a:rPr lang="zh-CN" b="1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variance</a:t>
          </a:r>
          <a:endParaRPr lang="en-US" b="1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F0710EB-51A4-49FE-B50B-E333FE0705A0}" type="parTrans" cxnId="{73C98C6B-1F0D-404B-9916-3C8A905FEE75}">
      <dgm:prSet/>
      <dgm:spPr/>
      <dgm:t>
        <a:bodyPr/>
        <a:lstStyle/>
        <a:p>
          <a:endParaRPr lang="en-US"/>
        </a:p>
      </dgm:t>
    </dgm:pt>
    <dgm:pt modelId="{5EA8226D-3911-4A78-AC91-8330892A44C1}" type="sibTrans" cxnId="{73C98C6B-1F0D-404B-9916-3C8A905FEE75}">
      <dgm:prSet/>
      <dgm:spPr/>
      <dgm:t>
        <a:bodyPr/>
        <a:lstStyle/>
        <a:p>
          <a:endParaRPr lang="en-US"/>
        </a:p>
      </dgm:t>
    </dgm:pt>
    <dgm:pt modelId="{7D02F1D1-4548-4A6A-A5F0-E39668F91396}">
      <dgm:prSet/>
      <dgm:spPr/>
      <dgm:t>
        <a:bodyPr/>
        <a:lstStyle/>
        <a:p>
          <a:r>
            <a:rPr lang="en-SG" b="1" dirty="0">
              <a:solidFill>
                <a:schemeClr val="tx1">
                  <a:lumMod val="95000"/>
                  <a:lumOff val="5000"/>
                </a:schemeClr>
              </a:solidFill>
            </a:rPr>
            <a:t>Tool Wear              ~ uniform,              high variance</a:t>
          </a:r>
          <a:endParaRPr lang="en-US" b="1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4B15DB30-8091-464B-812E-C16D6A4E4DDF}" type="parTrans" cxnId="{B4F4B0DC-42A5-4758-98F6-8E2F028004ED}">
      <dgm:prSet/>
      <dgm:spPr/>
      <dgm:t>
        <a:bodyPr/>
        <a:lstStyle/>
        <a:p>
          <a:endParaRPr lang="en-US"/>
        </a:p>
      </dgm:t>
    </dgm:pt>
    <dgm:pt modelId="{D42B6544-0048-4680-A5B5-A715DCC5F9A2}" type="sibTrans" cxnId="{B4F4B0DC-42A5-4758-98F6-8E2F028004ED}">
      <dgm:prSet/>
      <dgm:spPr/>
      <dgm:t>
        <a:bodyPr/>
        <a:lstStyle/>
        <a:p>
          <a:endParaRPr lang="en-US"/>
        </a:p>
      </dgm:t>
    </dgm:pt>
    <dgm:pt modelId="{08827A3E-A7E9-4637-9F5B-2BE74759D2A8}" type="pres">
      <dgm:prSet presAssocID="{EC012364-0CDC-4B02-B9A1-149A67979559}" presName="linear" presStyleCnt="0">
        <dgm:presLayoutVars>
          <dgm:animLvl val="lvl"/>
          <dgm:resizeHandles val="exact"/>
        </dgm:presLayoutVars>
      </dgm:prSet>
      <dgm:spPr/>
    </dgm:pt>
    <dgm:pt modelId="{94A7A486-EB33-42B8-950E-6BE416672B16}" type="pres">
      <dgm:prSet presAssocID="{6D6FC3CB-F130-4458-9F82-0481328F0826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7EF5A09F-5F79-4EE9-BF1A-3F37F5AC3B2A}" type="pres">
      <dgm:prSet presAssocID="{7FED02F3-44F9-421A-9414-63FE395770BE}" presName="spacer" presStyleCnt="0"/>
      <dgm:spPr/>
    </dgm:pt>
    <dgm:pt modelId="{72DE0315-E7AF-4FD1-B2BA-0474786195D3}" type="pres">
      <dgm:prSet presAssocID="{9667CA6F-B7C1-4A72-A7AA-E0011BA8B9DA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7EA3B1B-E761-4A60-AE91-CCC092C109BC}" type="pres">
      <dgm:prSet presAssocID="{BCAAF673-A502-4761-9159-3D3BB9DE95A9}" presName="spacer" presStyleCnt="0"/>
      <dgm:spPr/>
    </dgm:pt>
    <dgm:pt modelId="{8E6D8228-E9B2-4FBD-BF74-32872236C21A}" type="pres">
      <dgm:prSet presAssocID="{98A1D3E7-1DE1-483B-9135-E11CC6CECA27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424BA081-3ADA-4133-8B5D-54297097CFB6}" type="pres">
      <dgm:prSet presAssocID="{86740136-37E4-4938-A734-F4B672CAC78D}" presName="spacer" presStyleCnt="0"/>
      <dgm:spPr/>
    </dgm:pt>
    <dgm:pt modelId="{4F756BD6-C697-4FB7-BCAD-7939F2E59E44}" type="pres">
      <dgm:prSet presAssocID="{6946F154-A210-4714-AE78-510B8FC8AEA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1DFBEBB-700D-46BA-9ACA-693677435E9C}" type="pres">
      <dgm:prSet presAssocID="{03D1BE42-3990-4ADF-BF25-69D0F5BF086F}" presName="spacer" presStyleCnt="0"/>
      <dgm:spPr/>
    </dgm:pt>
    <dgm:pt modelId="{50AA4A43-10C0-4841-B92B-B3E72B7E408C}" type="pres">
      <dgm:prSet presAssocID="{7848986A-E76B-46BD-B8FB-D8552358EE29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2FD3FC0E-66BD-4EC8-A8E6-506B4A968DCF}" type="pres">
      <dgm:prSet presAssocID="{C24B4585-CE51-4A25-AD39-02790644A148}" presName="spacer" presStyleCnt="0"/>
      <dgm:spPr/>
    </dgm:pt>
    <dgm:pt modelId="{E15CCDCE-48C4-454B-A9A5-4412B639428A}" type="pres">
      <dgm:prSet presAssocID="{90DAFA66-424A-4957-B3CE-EF463F401AF2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2AFBC1E2-3166-4731-ABE3-532580C8D625}" type="pres">
      <dgm:prSet presAssocID="{2B199569-AEF5-4634-AE09-1A18E7E07A3E}" presName="spacer" presStyleCnt="0"/>
      <dgm:spPr/>
    </dgm:pt>
    <dgm:pt modelId="{E22E42B5-F191-4761-808F-363F16812BAD}" type="pres">
      <dgm:prSet presAssocID="{133B4095-7B5D-4043-8F22-E96D9396FECB}" presName="parentText" presStyleLbl="node1" presStyleIdx="6" presStyleCnt="8" custLinFactNeighborX="1521" custLinFactNeighborY="8515">
        <dgm:presLayoutVars>
          <dgm:chMax val="0"/>
          <dgm:bulletEnabled val="1"/>
        </dgm:presLayoutVars>
      </dgm:prSet>
      <dgm:spPr/>
    </dgm:pt>
    <dgm:pt modelId="{CD2F83B9-34C2-4A29-9EC6-6B4578931D97}" type="pres">
      <dgm:prSet presAssocID="{5EA8226D-3911-4A78-AC91-8330892A44C1}" presName="spacer" presStyleCnt="0"/>
      <dgm:spPr/>
    </dgm:pt>
    <dgm:pt modelId="{53236392-1ACE-4888-9E53-6564CAA9A39B}" type="pres">
      <dgm:prSet presAssocID="{7D02F1D1-4548-4A6A-A5F0-E39668F91396}" presName="parentText" presStyleLbl="node1" presStyleIdx="7" presStyleCnt="8" custLinFactNeighborX="1141" custLinFactNeighborY="43307">
        <dgm:presLayoutVars>
          <dgm:chMax val="0"/>
          <dgm:bulletEnabled val="1"/>
        </dgm:presLayoutVars>
      </dgm:prSet>
      <dgm:spPr/>
    </dgm:pt>
  </dgm:ptLst>
  <dgm:cxnLst>
    <dgm:cxn modelId="{02EEAF09-8FF9-4703-ADAE-FF689478AECB}" srcId="{EC012364-0CDC-4B02-B9A1-149A67979559}" destId="{6D6FC3CB-F130-4458-9F82-0481328F0826}" srcOrd="0" destOrd="0" parTransId="{5FBF29BA-B449-4010-A7C5-677B6F60C4C1}" sibTransId="{7FED02F3-44F9-421A-9414-63FE395770BE}"/>
    <dgm:cxn modelId="{363AD02B-E861-44D7-A4AC-41E0CE20799C}" srcId="{EC012364-0CDC-4B02-B9A1-149A67979559}" destId="{7848986A-E76B-46BD-B8FB-D8552358EE29}" srcOrd="4" destOrd="0" parTransId="{AA9C6509-1080-4781-9356-7B6C9BC975EF}" sibTransId="{C24B4585-CE51-4A25-AD39-02790644A148}"/>
    <dgm:cxn modelId="{1EEAD42C-69B0-4AD7-8C23-3DC886625531}" type="presOf" srcId="{98A1D3E7-1DE1-483B-9135-E11CC6CECA27}" destId="{8E6D8228-E9B2-4FBD-BF74-32872236C21A}" srcOrd="0" destOrd="0" presId="urn:microsoft.com/office/officeart/2005/8/layout/vList2"/>
    <dgm:cxn modelId="{78CC343B-670D-46C6-B398-44FBA95995BD}" type="presOf" srcId="{6946F154-A210-4714-AE78-510B8FC8AEA5}" destId="{4F756BD6-C697-4FB7-BCAD-7939F2E59E44}" srcOrd="0" destOrd="0" presId="urn:microsoft.com/office/officeart/2005/8/layout/vList2"/>
    <dgm:cxn modelId="{73C98C6B-1F0D-404B-9916-3C8A905FEE75}" srcId="{EC012364-0CDC-4B02-B9A1-149A67979559}" destId="{133B4095-7B5D-4043-8F22-E96D9396FECB}" srcOrd="6" destOrd="0" parTransId="{AF0710EB-51A4-49FE-B50B-E333FE0705A0}" sibTransId="{5EA8226D-3911-4A78-AC91-8330892A44C1}"/>
    <dgm:cxn modelId="{B951984D-8C89-4A5C-941A-AE4E72232FBB}" type="presOf" srcId="{7D02F1D1-4548-4A6A-A5F0-E39668F91396}" destId="{53236392-1ACE-4888-9E53-6564CAA9A39B}" srcOrd="0" destOrd="0" presId="urn:microsoft.com/office/officeart/2005/8/layout/vList2"/>
    <dgm:cxn modelId="{C751724E-1B3D-404C-BB64-7F3CF2E9C7CD}" srcId="{EC012364-0CDC-4B02-B9A1-149A67979559}" destId="{98A1D3E7-1DE1-483B-9135-E11CC6CECA27}" srcOrd="2" destOrd="0" parTransId="{A4DC44BB-7A52-4D6C-8DFD-122B137A3779}" sibTransId="{86740136-37E4-4938-A734-F4B672CAC78D}"/>
    <dgm:cxn modelId="{4099E754-78EB-4F45-BDF8-3AE3614FCF4E}" type="presOf" srcId="{6D6FC3CB-F130-4458-9F82-0481328F0826}" destId="{94A7A486-EB33-42B8-950E-6BE416672B16}" srcOrd="0" destOrd="0" presId="urn:microsoft.com/office/officeart/2005/8/layout/vList2"/>
    <dgm:cxn modelId="{DEDB7B90-65D1-42B6-93B4-A088ED8170B5}" type="presOf" srcId="{9667CA6F-B7C1-4A72-A7AA-E0011BA8B9DA}" destId="{72DE0315-E7AF-4FD1-B2BA-0474786195D3}" srcOrd="0" destOrd="0" presId="urn:microsoft.com/office/officeart/2005/8/layout/vList2"/>
    <dgm:cxn modelId="{3F831DAC-6825-47F6-9670-614646CBB1AF}" type="presOf" srcId="{90DAFA66-424A-4957-B3CE-EF463F401AF2}" destId="{E15CCDCE-48C4-454B-A9A5-4412B639428A}" srcOrd="0" destOrd="0" presId="urn:microsoft.com/office/officeart/2005/8/layout/vList2"/>
    <dgm:cxn modelId="{A34397B9-F75C-4820-9355-A9001CCAFE69}" type="presOf" srcId="{7848986A-E76B-46BD-B8FB-D8552358EE29}" destId="{50AA4A43-10C0-4841-B92B-B3E72B7E408C}" srcOrd="0" destOrd="0" presId="urn:microsoft.com/office/officeart/2005/8/layout/vList2"/>
    <dgm:cxn modelId="{5155D4BB-BFC2-4A6C-B7D0-EE65A552BB9B}" type="presOf" srcId="{EC012364-0CDC-4B02-B9A1-149A67979559}" destId="{08827A3E-A7E9-4637-9F5B-2BE74759D2A8}" srcOrd="0" destOrd="0" presId="urn:microsoft.com/office/officeart/2005/8/layout/vList2"/>
    <dgm:cxn modelId="{5164C2C3-66F7-4492-9E8C-E3496A482DFD}" srcId="{EC012364-0CDC-4B02-B9A1-149A67979559}" destId="{90DAFA66-424A-4957-B3CE-EF463F401AF2}" srcOrd="5" destOrd="0" parTransId="{7CF04CEF-D318-49C0-B394-C068AF63A386}" sibTransId="{2B199569-AEF5-4634-AE09-1A18E7E07A3E}"/>
    <dgm:cxn modelId="{051165D2-C882-4D21-9EB9-19D622101583}" type="presOf" srcId="{133B4095-7B5D-4043-8F22-E96D9396FECB}" destId="{E22E42B5-F191-4761-808F-363F16812BAD}" srcOrd="0" destOrd="0" presId="urn:microsoft.com/office/officeart/2005/8/layout/vList2"/>
    <dgm:cxn modelId="{B4F4B0DC-42A5-4758-98F6-8E2F028004ED}" srcId="{EC012364-0CDC-4B02-B9A1-149A67979559}" destId="{7D02F1D1-4548-4A6A-A5F0-E39668F91396}" srcOrd="7" destOrd="0" parTransId="{4B15DB30-8091-464B-812E-C16D6A4E4DDF}" sibTransId="{D42B6544-0048-4680-A5B5-A715DCC5F9A2}"/>
    <dgm:cxn modelId="{65400EF8-C1A1-4529-AFF3-C76ECB654C88}" srcId="{EC012364-0CDC-4B02-B9A1-149A67979559}" destId="{6946F154-A210-4714-AE78-510B8FC8AEA5}" srcOrd="3" destOrd="0" parTransId="{54BCCFEB-D652-4774-B04B-A522C1381322}" sibTransId="{03D1BE42-3990-4ADF-BF25-69D0F5BF086F}"/>
    <dgm:cxn modelId="{BD75C3FF-CC9E-4AA0-8853-103FF34B1EAD}" srcId="{EC012364-0CDC-4B02-B9A1-149A67979559}" destId="{9667CA6F-B7C1-4A72-A7AA-E0011BA8B9DA}" srcOrd="1" destOrd="0" parTransId="{A71956CD-AA44-4BCE-ACBF-B9BC57C8BBBC}" sibTransId="{BCAAF673-A502-4761-9159-3D3BB9DE95A9}"/>
    <dgm:cxn modelId="{4FDEA653-34B3-41D8-B5AA-DC9CCF8A4A07}" type="presParOf" srcId="{08827A3E-A7E9-4637-9F5B-2BE74759D2A8}" destId="{94A7A486-EB33-42B8-950E-6BE416672B16}" srcOrd="0" destOrd="0" presId="urn:microsoft.com/office/officeart/2005/8/layout/vList2"/>
    <dgm:cxn modelId="{3BC1BD4C-B535-4951-A8D3-50F7DBDF112C}" type="presParOf" srcId="{08827A3E-A7E9-4637-9F5B-2BE74759D2A8}" destId="{7EF5A09F-5F79-4EE9-BF1A-3F37F5AC3B2A}" srcOrd="1" destOrd="0" presId="urn:microsoft.com/office/officeart/2005/8/layout/vList2"/>
    <dgm:cxn modelId="{0BADFE6F-1936-4F18-9B6F-995F3A73BD31}" type="presParOf" srcId="{08827A3E-A7E9-4637-9F5B-2BE74759D2A8}" destId="{72DE0315-E7AF-4FD1-B2BA-0474786195D3}" srcOrd="2" destOrd="0" presId="urn:microsoft.com/office/officeart/2005/8/layout/vList2"/>
    <dgm:cxn modelId="{1C5FD08A-8452-406C-BA0A-8F80CD2E41CA}" type="presParOf" srcId="{08827A3E-A7E9-4637-9F5B-2BE74759D2A8}" destId="{37EA3B1B-E761-4A60-AE91-CCC092C109BC}" srcOrd="3" destOrd="0" presId="urn:microsoft.com/office/officeart/2005/8/layout/vList2"/>
    <dgm:cxn modelId="{9F72F512-EB5F-4F55-AD54-5DB960583714}" type="presParOf" srcId="{08827A3E-A7E9-4637-9F5B-2BE74759D2A8}" destId="{8E6D8228-E9B2-4FBD-BF74-32872236C21A}" srcOrd="4" destOrd="0" presId="urn:microsoft.com/office/officeart/2005/8/layout/vList2"/>
    <dgm:cxn modelId="{793AA3F6-3111-4893-9BC0-29679E4E0AC2}" type="presParOf" srcId="{08827A3E-A7E9-4637-9F5B-2BE74759D2A8}" destId="{424BA081-3ADA-4133-8B5D-54297097CFB6}" srcOrd="5" destOrd="0" presId="urn:microsoft.com/office/officeart/2005/8/layout/vList2"/>
    <dgm:cxn modelId="{59D29A8A-A884-4C63-86ED-4CBCAE708664}" type="presParOf" srcId="{08827A3E-A7E9-4637-9F5B-2BE74759D2A8}" destId="{4F756BD6-C697-4FB7-BCAD-7939F2E59E44}" srcOrd="6" destOrd="0" presId="urn:microsoft.com/office/officeart/2005/8/layout/vList2"/>
    <dgm:cxn modelId="{8EEEBA5F-38D6-4181-88C9-FFF3B6528A1C}" type="presParOf" srcId="{08827A3E-A7E9-4637-9F5B-2BE74759D2A8}" destId="{01DFBEBB-700D-46BA-9ACA-693677435E9C}" srcOrd="7" destOrd="0" presId="urn:microsoft.com/office/officeart/2005/8/layout/vList2"/>
    <dgm:cxn modelId="{DF4B6A4C-76C4-49CD-91C3-0E382E62A967}" type="presParOf" srcId="{08827A3E-A7E9-4637-9F5B-2BE74759D2A8}" destId="{50AA4A43-10C0-4841-B92B-B3E72B7E408C}" srcOrd="8" destOrd="0" presId="urn:microsoft.com/office/officeart/2005/8/layout/vList2"/>
    <dgm:cxn modelId="{42C864BE-8F9D-42BD-92C2-1A546070BD6E}" type="presParOf" srcId="{08827A3E-A7E9-4637-9F5B-2BE74759D2A8}" destId="{2FD3FC0E-66BD-4EC8-A8E6-506B4A968DCF}" srcOrd="9" destOrd="0" presId="urn:microsoft.com/office/officeart/2005/8/layout/vList2"/>
    <dgm:cxn modelId="{5662869C-0432-4684-AFF9-590632637D93}" type="presParOf" srcId="{08827A3E-A7E9-4637-9F5B-2BE74759D2A8}" destId="{E15CCDCE-48C4-454B-A9A5-4412B639428A}" srcOrd="10" destOrd="0" presId="urn:microsoft.com/office/officeart/2005/8/layout/vList2"/>
    <dgm:cxn modelId="{94FE9DAA-E925-42CD-AD8A-D7893B228745}" type="presParOf" srcId="{08827A3E-A7E9-4637-9F5B-2BE74759D2A8}" destId="{2AFBC1E2-3166-4731-ABE3-532580C8D625}" srcOrd="11" destOrd="0" presId="urn:microsoft.com/office/officeart/2005/8/layout/vList2"/>
    <dgm:cxn modelId="{96BF2A89-D731-4241-B192-E369302A1EB1}" type="presParOf" srcId="{08827A3E-A7E9-4637-9F5B-2BE74759D2A8}" destId="{E22E42B5-F191-4761-808F-363F16812BAD}" srcOrd="12" destOrd="0" presId="urn:microsoft.com/office/officeart/2005/8/layout/vList2"/>
    <dgm:cxn modelId="{40D497DD-08D0-40AE-A8D9-91FCFF1B0891}" type="presParOf" srcId="{08827A3E-A7E9-4637-9F5B-2BE74759D2A8}" destId="{CD2F83B9-34C2-4A29-9EC6-6B4578931D97}" srcOrd="13" destOrd="0" presId="urn:microsoft.com/office/officeart/2005/8/layout/vList2"/>
    <dgm:cxn modelId="{794A895D-6800-4E71-B925-23BA0843D398}" type="presParOf" srcId="{08827A3E-A7E9-4637-9F5B-2BE74759D2A8}" destId="{53236392-1ACE-4888-9E53-6564CAA9A39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7A486-EB33-42B8-950E-6BE416672B16}">
      <dsp:nvSpPr>
        <dsp:cNvPr id="0" name=""/>
        <dsp:cNvSpPr/>
      </dsp:nvSpPr>
      <dsp:spPr>
        <a:xfrm>
          <a:off x="0" y="31254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Boxplots:</a:t>
          </a:r>
          <a:r>
            <a:rPr lang="en-US" sz="1300" kern="1200" dirty="0"/>
            <a:t> Each numeric feature vs Machine Status</a:t>
          </a:r>
        </a:p>
      </dsp:txBody>
      <dsp:txXfrm>
        <a:off x="15592" y="46846"/>
        <a:ext cx="4420818" cy="288226"/>
      </dsp:txXfrm>
    </dsp:sp>
    <dsp:sp modelId="{72DE0315-E7AF-4FD1-B2BA-0474786195D3}">
      <dsp:nvSpPr>
        <dsp:cNvPr id="0" name=""/>
        <dsp:cNvSpPr/>
      </dsp:nvSpPr>
      <dsp:spPr>
        <a:xfrm>
          <a:off x="0" y="388104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Histogram:</a:t>
          </a:r>
          <a:r>
            <a:rPr lang="en-US" sz="1300" kern="1200" dirty="0"/>
            <a:t> Distribution of numeric features</a:t>
          </a:r>
        </a:p>
      </dsp:txBody>
      <dsp:txXfrm>
        <a:off x="15592" y="403696"/>
        <a:ext cx="4420818" cy="288226"/>
      </dsp:txXfrm>
    </dsp:sp>
    <dsp:sp modelId="{8E6D8228-E9B2-4FBD-BF74-32872236C21A}">
      <dsp:nvSpPr>
        <dsp:cNvPr id="0" name=""/>
        <dsp:cNvSpPr/>
      </dsp:nvSpPr>
      <dsp:spPr>
        <a:xfrm>
          <a:off x="0" y="744954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-To compare the distribution with respect to Machine Status</a:t>
          </a:r>
        </a:p>
      </dsp:txBody>
      <dsp:txXfrm>
        <a:off x="15592" y="760546"/>
        <a:ext cx="4420818" cy="288226"/>
      </dsp:txXfrm>
    </dsp:sp>
    <dsp:sp modelId="{4F756BD6-C697-4FB7-BCAD-7939F2E59E44}">
      <dsp:nvSpPr>
        <dsp:cNvPr id="0" name=""/>
        <dsp:cNvSpPr/>
      </dsp:nvSpPr>
      <dsp:spPr>
        <a:xfrm>
          <a:off x="0" y="1101804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Ambient T             ~ multimodal,       low variance  </a:t>
          </a:r>
          <a:endParaRPr lang="en-US" sz="1300" b="1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5592" y="1117396"/>
        <a:ext cx="4420818" cy="288226"/>
      </dsp:txXfrm>
    </dsp:sp>
    <dsp:sp modelId="{50AA4A43-10C0-4841-B92B-B3E72B7E408C}">
      <dsp:nvSpPr>
        <dsp:cNvPr id="0" name=""/>
        <dsp:cNvSpPr/>
      </dsp:nvSpPr>
      <dsp:spPr>
        <a:xfrm>
          <a:off x="0" y="1458654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Process T              ~ normal,                low variance</a:t>
          </a:r>
          <a:endParaRPr lang="en-US" sz="1300" b="1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5592" y="1474246"/>
        <a:ext cx="4420818" cy="288226"/>
      </dsp:txXfrm>
    </dsp:sp>
    <dsp:sp modelId="{E15CCDCE-48C4-454B-A9A5-4412B639428A}">
      <dsp:nvSpPr>
        <dsp:cNvPr id="0" name=""/>
        <dsp:cNvSpPr/>
      </dsp:nvSpPr>
      <dsp:spPr>
        <a:xfrm>
          <a:off x="0" y="1815504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Rotation Speed  ~ right-skewed,  high variance</a:t>
          </a:r>
          <a:endParaRPr lang="en-US" sz="1300" b="1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5592" y="1831096"/>
        <a:ext cx="4420818" cy="288226"/>
      </dsp:txXfrm>
    </dsp:sp>
    <dsp:sp modelId="{E22E42B5-F191-4761-808F-363F16812BAD}">
      <dsp:nvSpPr>
        <dsp:cNvPr id="0" name=""/>
        <dsp:cNvSpPr/>
      </dsp:nvSpPr>
      <dsp:spPr>
        <a:xfrm>
          <a:off x="0" y="2175542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Torque                    ~ normal ,</a:t>
          </a:r>
          <a:r>
            <a:rPr lang="zh-CN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           </a:t>
          </a:r>
          <a:r>
            <a:rPr lang="en-US" altLang="zh-CN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zh-CN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US" altLang="zh-CN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  </a:t>
          </a: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high</a:t>
          </a:r>
          <a:r>
            <a:rPr lang="zh-CN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variance</a:t>
          </a:r>
          <a:endParaRPr lang="en-US" sz="1300" b="1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5592" y="2191134"/>
        <a:ext cx="4420818" cy="288226"/>
      </dsp:txXfrm>
    </dsp:sp>
    <dsp:sp modelId="{53236392-1ACE-4888-9E53-6564CAA9A39B}">
      <dsp:nvSpPr>
        <dsp:cNvPr id="0" name=""/>
        <dsp:cNvSpPr/>
      </dsp:nvSpPr>
      <dsp:spPr>
        <a:xfrm>
          <a:off x="0" y="2545418"/>
          <a:ext cx="4452002" cy="3194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300" b="1" kern="1200" dirty="0">
              <a:solidFill>
                <a:schemeClr val="tx1">
                  <a:lumMod val="95000"/>
                  <a:lumOff val="5000"/>
                </a:schemeClr>
              </a:solidFill>
            </a:rPr>
            <a:t>Tool Wear              ~ uniform,              high variance</a:t>
          </a:r>
          <a:endParaRPr lang="en-US" sz="1300" b="1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15592" y="2561010"/>
        <a:ext cx="4420818" cy="288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3:54:26.60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1,'0'0,"0"4,0 13,0 10,0 11,0 10,0 13,0 9,0 12,0 1,0 3,0 5,0 0,0 1,0-10,0-6,0-6,0-11,0-3,0-6,0-3,0 2,0-2,0-4,0 2,0-4,0 0,0-1,0-4,0-4,0 0,0-1,0 1,0-2,0 2,0-2,0 3,0 2,0-1,0 1,0 7,0-4,0 7,0 1,0-4,0-1,0 4,0-4,0 5,0-1,0 0,0 6,0 2,0 4,0 7,0 12,0 5,0 10,0 6,0 5,0 3,0 12,0 9,0 1,0 6,0 6,0 4,0 8,0 2,0 2,0 13,0 7,0 5,0 9,0 4,0 7,0 0,0-3,0 3,0-3,0 5,0-1,0-7,0 4,0-2,0-4,0-1,0-5,0-9,0-7,0-8,0-15,0-3,0-11,0 0,0-7,0 4,0-1,0 5,0 13,0 5,0 15,0 4,0 10,0-2,0-1,0 3,0-5,0-7,0-7,0-3,0-5,0 1,0 0,0-1,0-1,0-6,0-8,0-6,0-8,0-11,0-4,0-8,0-3,0 1,0-3,0 1,0-2,0 0,0 4,0-2,0 2,0-3,0 2,0-3,0 2,0-2,0-3,0-5,0-8,0-1,0-5,0 6,0-4,0 4,0-4,0-2,0 1,0-2,0-3,0-5,0-7,0-5,0-5,0 1,0-1,0 15,0 13,0 16,0 11,0 1,0 7,0 1,0 1,0-1,0-10,0-5,0-10,0-8,0-11,0-5,0-1,0-7,0-3,0-5,0-1,0-2,0 3,0-5,0 5,0-6,0 1,0-2,0-2,0-2,0 2,0-3,0 4,0-2,0 6,0 5,0 5,0 1,0 4,0-4,0-5,0-8,0-3,0-5,0 0,0 1,0-2,0-2,0 1,0-1,0 2,0-1,0 1,0-1,0 2,0 2,0-1,0-3,0-3,0 3,0 1,0-5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3:55:09.3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18320.3125"/>
      <inkml:brushProperty name="anchorY" value="-20837.14453"/>
      <inkml:brushProperty name="scaleFactor" value="0.5"/>
    </inkml:brush>
  </inkml:definitions>
  <inkml:trace contextRef="#ctx0" brushRef="#br0">0 1,'0'0,"4"0,21 0,13 0,14 0,14 0,3 0,7 0,-3 0,-5 0,-6 0,-6 0,-8 0,-9 0,-6 0,-5 0,-3 0,-2 0,-1 0,0 0,4 0,2 0,-1 0,5 0,-1 0,-1 0,3 0,4 0,-2 0,3 0,-3 0,3 0,-3 0,2 0,-3 0,3 0,6 0,-1 0,6 0,6 0,-4 0,5 0,-7 0,-5 0,-1 0,-6 0,-4 0,-3 0,-3 0,3 0,-1 0,9 0,4 0,4 0,2 0,6 0,0 0,0 0,-1 0,-1 0,3 0,-5 0,3 0,4 0,-6 0,0 0,3 0,-1 0,3 0,1 0,-2 0,-2 0,3 0,-1 0,4 0,-2 0,-2 0,-1 0,2 0,-1 0,-1 0,-2 0,-6 0,-7 0,5 0,-4 0,1 0,1 0,2 0,-4 0,2 0,-4 0,6 0,1 0,-2 0,1 0,5 0,-4 0,1 0,0 0,0 0,1 0,-5 0,-4 0,5 0,6 0,-3 0,6 0,0 0,1 0,-2 0,5 0,-2 0,5 0,3 0,-2 0,3 0,3 0,1 0,-7 0,0 0,2 0,-8 0,3 0,2 0,-7 0,4 0,2 0,4 0,3 0,8 0,2 0,-3 0,4 0,-1 0,0 0,4 0,4 0,4 0,-2 0,-6 0,-8 0,1 0,-6 0,-4 0,-1 0,-3 0,-3 0,-3 0,3 0,-6 0,-1 0,4 0,-1 0,0 0,5 0,-6 0,-1 0,-1 0,-1 0,1 0,-1 0,0 0,5 0,5 0,6 0,-6 0,7 0,-2 0,6 0,3 0,2 0,5 0,0 0,-5 0,4 0,2 0,1 0,-2 0,4 0,-2 0,4 0,2 0,-7 0,3 0,2 0,-6 0,2 0,2 0,4 0,-2 0,7 0,3 0,2 0,-4 0,-5 0,-5 0,1 0,-4 0,-1 0,-3 0,3 0,-1 0,0 0,3 0,3 0,-5 0,3 0,2 0,4 0,2 0,-1 0,1 0,1 0,1 0,2 0,-4 0,1 0,-4 0,0 0,-8 0,-2 0,0 0,0 0,-1 0,-1 0,4 0,3 0,10 0,9 0,-2 0,0 0,-1 0,0 0,-6 0,0 0,-6 0,-8 0,-4 0,-3 0,-6 0,-5 0,5 0,2 0,-7 0,2 0,0 0,3 0,-2 0,-3 0,-3 0,-8 0,-3 0,-5 0,-6 0,-3 0,-4 0,-2 0,-1 0,0 0,-1 0,1 0,0 0,0 0,0 0,1 0,-1 0,10 0,0 0,10 0,7 0,8 0,2 0,-2 0,3 0,-3 0,-7 0,-8 0,-6 0,-7 0,1 0,-2 0,-6 0,-2 0,-1 0,10 0,14 0,7 0,12 0,6 0,4 0,-3 0,0 0,-6 0,-5 0,-8 0,-9 0,-3 0,-1 0,-3 0,2 0,6 0,-2 0,-3 0,-3 0,0 0,2 0,-2 0,3 0,1 0,-6 0,1 0,-3 0,-2 0,-2 0,-2 0,0 0,-6 0,-1 0,1 0,0 0,1 0,-3 0,0 0,1 0,2 0,-4 0,-3 0,0 0,1 0,3 0,2 0,-3 0,1 0,-3 0,1 0,2 0,1 0,-3 0,2 0,-4 0,1 0,2 0,2 0,-2 0,1 0,-4 0,1 0,-2 0,1 0,2 0,-2 0,-3 0,2 0,-2 0,2 0,-3 0,4 0,-3 0,-2 0,2 0,-2 0,-1 0,2 0,-1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2T09:35:03.0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0,'0'0,"4"0,11 0,18 0,9 0,11 0,13 0,1 0,-2 0,1 0,-5 0,-3 0,-5 0,3 0,-3 0,-6 0,-2 0,-1 0,0 0,0 0,0 0,2 0,4 0,-3 0,-1 0,0 0,0 0,-1 0,1 0,-4 0,4 0,0 0,2 0,-1 0,1 0,-5 0,-1 0,-4 0,0 0,1 0,-3 0,-2 0,0 0,3 0,3 0,-3 0,2 0,7 0,1 0,7 0,4 0,10 0,-1 0,2 0,0 0,5 0,1 0,4 0,9 0,4 0,8 0,5 0,10 0,3 0,3 0,9 0,5 0,-1 0,-3 0,6 0,-4 0,-3 0,1 0,-4 0,-2 0,1 0,2 0,4 0,-1 0,-8 0,1 0,-2 0,-7 0,-1 0,4 0,-10 0,1 0,5 0,1 0,1 0,2 0,4 0,1 0,-1 0,-6 0,-1 0,-1 0,-5 0,0 0,-4 0,7 0,1 0,6 0,3 0,9 0,9 0,-1 0,2 0,0 0,0 0,-5 0,-5 0,-1 0,-3 0,-3 0,1 0,8 0,-2 0,9 0,-4 0,11 0,-4 0,-5 0,-1 0,-5 0,-1 0,-3 0,1 0,-7 0,-3 0,-7 0,-6 0,-5 0,-4 0,-12 0,-1 0,-6 0,1 0,-7 0,-6 0,-2 0,-5 0,-4 0,-4 0,2 0,-5 0,-2 0,-5 0,-2 0,6 0,-3 0,0 0,7 0,0 0,0 0,6 0,-2 0,0 0,4 0,-3 0,4 0,-1 0,-3 0,-1 0,1 0,-5 0,-2 0,4 0,-6 0,0 0,0 0,-5 0,0 0,1 0,-4 0,-3 0,-4 0,-2 0,-3 0,-1 0,-1 0,-5 0,0 0,0 0,-4 0,6 0,1 0,7 0,0 0,6 0,-1 0,-1 0,2 0,-1 0,-3 0,-1 0,-3 0,-1 0,-6 0,0 0,-1 0,-4 0,2 0,0 0,2 0,2 0,1 0,2 0,0 0,0 0,-4 0,0 0,-5 0,1 0,1 0,1 0,3 0,-3 0,0 0,1 0,2 0,0 0,2 0,6 0,0 0,0 0,-1 0,-5 0,-6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4:21:44.01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139468.46875"/>
      <inkml:brushProperty name="anchorY" value="-23789.41406"/>
      <inkml:brushProperty name="scaleFactor" value="0.5"/>
    </inkml:brush>
  </inkml:definitions>
  <inkml:trace contextRef="#ctx0" brushRef="#br0">0 0,'0'0,"0"4,0 6,0 4,0 4,0 4,0 0,0 2,0-1,0 3,0-8,0 2,0-6,0 0,0 3,0-4,0-7,0-9,0-7,0-8,0-1,0-4,0-1,0 4,0 8,0 11,0 15,0 6,0 9,0 12,0 15,0 4,0 9,0 4,0-2,0-2,0 0,0-4,0-5,0-10,0-3,0-4,0-4,0-6,0-3,0 6,0 2,0 5,0 10,0 8,0 0,0 9,0 1,0 2,0-6,0-3,0-10,0-7,0-1,0-7,0-5,0-5,0-2,0-4,0 6,0 2,0 5,0 11,0 9,0 14,0 5,0 12,0 8,0 14,0 15,0 11,0 9,0 18,0-4,0 8,0-7,0-1,0-1,0 1,0 2,0 4,0 3,0 1,0-2,0 6,0-3,0 0,0 8,0-6,0 8,0-2,0-3,0-6,0-5,0-1,0-2,0 6,0 1,0 3,0 0,0 0,0-1,0-1,0-2,0-13,0 2,0-11,0 2,0-8,0-6,0 5,0 4,0-4,0 7,0 4,0 5,0 4,0 4,0 2,0 1,0-6,0 1,0 1,0-1,0-7,0-6,0-7,0-12,0-5,0-8,0-5,0-5,0-5,0 1,0-1,0-2,0-1,0 4,0 3,0 11,0-7,0-8,0-3,0-8,0-11,0-5,0-4,0-5,0-2,0-3,0-5,0 8,0 12,0 17,0 12,0 4,0 6,0 6,0 0,0-15,0-6,0-4,0-6,0-13,0-3,0-12,0-3,0 1,0-6,0 1,0-1,0-2,0-4,0 2,0-3,0-2,0 2,0-2,0-2,0 1,0-5,0 2,0 0,0-1,0-3,0 0,0-1,0 2,0-3,0 5,0 0,0 3,0-1,0 0,0 4,0-5,0 0,0-1,0-4,0 1,0-3,0 4,0-2,0 1,0 4,0 3,0 2,0-2,0-1,0-1,0-1,0 1,0 2,0-2,0 1,0 1,0-4,0 2,0-2,0 0,0-3,0-3,0 3,0-3,0 4,0 2,0-2,0 4,0 0,0 3,0-2,0 0,0-2,0-1,0-3,0-1,0 0,0-2,0 4,0 1,0 0,0 2,0 2,0 2,0 2,0-3,0-5,0-3,0-4,0-3,0-3,0 2,0 1,0 2,0-2,0 2,0-3,0 0,0-1,0 5,0-1,0-1,0 6,0-8,0-9,0-7,0-5,0-4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4:27:26.19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11991.91211"/>
      <inkml:brushProperty name="anchorY" value="-1016.00031"/>
      <inkml:brushProperty name="scaleFactor" value="0.5"/>
    </inkml:brush>
  </inkml:definitions>
  <inkml:trace contextRef="#ctx0" brushRef="#br0">1 1,'0'0,"41"0,110 0,89 0,86 0,80 0,55 0,37 0,24 0,22 0,9 0,16 0,-7 0,-9 0,-9 0,-5 0,-9 0,6 0,-20 0,-17 0,-11 0,-15 0,-16 0,-15 0,-12 0,-10 0,-20 0,-3 0,-15 0,-11 0,4 0,-8 0,-22 0,5 0,-7 0,-7 0,-15 0,-5 0,-21 0,-15 0,-17 0,-23 0,-30 0,-26 0,-21 0,-27 0,-17 0,-21 0,-19 0,-8 0,-9 0,7 0,-14 0,-6 0,0 0,-4 0,-4 0,-1 0,-3 0,12 0,8 0,17 0,21 0,22 0,37 0,12 0,33 0,14 0,5 0,8 0,-6 0,-18 0,-12 0,-17 0,-18 0,-20 0,-21 0,-16 0,-15 0,-15 0,-13 0,-10 0,-5 0,-7 0,6 0,14 0,12 0,10 0,23 0,14 0,19 0,16 0,12 0,24 0,11 0,2 0,12 0,-6 0,-1 0,-3 0,-6 0,-15 0,-8 0,-22 0,0 0,-6 0,4 0,9 0,3 0,19 0,7 0,15 0,0 0,12 0,8 0,-4 0,-10 0,6 0,-8 0,-10 0,5 0,-9 0,8 0,-2 0,-11 0,-12 0,-18 0,-18 0,-11 0,-20 0,-20 0,-17 0,-14 0,-12 0,-4 0,-5 0,-1 0,-7 0,1 0,1 0,5 0,6 0,16 0,14 0,6 0,5 0,18 0,30 0,11 0,16 0,8 0,4 0,-14 0,-3 0,-7 0,-4 0,1 0,-17 0,-7 0,-6 0,-2 0,-4 0,-2 0,-12 0,-9 0,9 0,-9 0,-7 0,1 0,-4 0,-1 0,-1 0,-6 0,0 0,-6 0,0 0,2 0,-3 0,1 0,-4 0,4 0,2 0,-4 0,4 0,-4 0,-6 0,4 0,-2 0,2 0,-4 0,6 0,2 0,-2 0,-4 0,-9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5T02:29:52.7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0,'0'0,"8"0,19 0,4 0,13 0,6 0,3 0,6 0,1 0,-1 0,3 0,1 0,-4 0,2 0,2 0,-7 0,-2 0,3 0,-8 0,1 0,-1 0,-7 0,3 0,-3 0,-1 0,0 0,-3 0,6 0,-2 0,1 0,4 0,5 0,-4 0,1 0,5 0,1 0,0 0,4 0,-3 0,7 0,3 0,-2 0,3 0,0 0,-1 0,2 0,7 0,0 0,-2 0,0 0,-1 0,6 0,-4 0,0 0,4 0,6 0,-5 0,0 0,3 0,5 0,-6 0,-2 0,-4 0,1 0,-6 0,-1 0,1 0,-9 0,1 0,-1 0,6 0,-4 0,3 0,-2 0,-5 0,3 0,-2 0,-2 0,1 0,0 0,-2 0,-3 0,5 0,-6 0,-4 0,1 0,-1 0,0 0,4 0,-2 0,3 0,-1 0,2 0,3 0,-1 0,10 0,-1 0,3 0,6 0,-2 0,0 0,6 0,6 0,0 0,-1 0,5 0,-4 0,-2 0,4 0,1 0,5 0,1 0,-1 0,3 0,-1 0,2 0,0 0,2 0,-4 0,0 0,5 0,2 0,-5 0,2 0,-7 0,-3 0,-2 0,2 0,4 0,-3 0,-2 0,1 0,1 0,-7 0,3 0,1 0,4 0,-7 0,2 0,3 0,2 0,4 0,-2 0,10 0,-3 0,7 0,-1 0,5 0,0 0,-3 0,4 0,-7 0,-3 0,-1 0,-6 0,-11 0,-6 0,2 0,-2 0,-12 0,1 0,-10 0,-1 0,3 0,-6 0,4 0,3 0,-1 0,4 0,-1 0,4 0,-1 0,5 0,-3 0,2 0,1 0,2 0,-5 0,1 0,2 0,-4 0,2 0,-5 0,-4 0,3 0,2 0,-1 0,2 0,2 0,-3 0,4 0,-4 0,-4 0,2 0,2 0,-6 0,2 0,-4 0,-4 0,2 0,-8 0,1 0,5 0,-6 0,3 0,2 0,-1 0,-2 0,5 0,-4 0,5 0,-1 0,6 0,4 0,5 0,-2 0,2 0,2 0,-3 0,-4 0,2 0,-6 0,0 0,-5 0,-1 0,0 0,-8 0,-1 0,-4 0,-5 0,-4 0,-2 0,-3 0,5 0,3 0,0 0,0 0,-2 0,-2 0,3 0,-3 0,7 0,-3 0,5 0,-4 0,-1 0,2 0,-2 0,9 0,-2 0,2 0,3 0,-4 0,1 0,7 0,-4 0,0 0,-3 0,1 0,-5 0,-5 0,3 0,-3 0,-3 0,4 0,-6 0,-4 0,4 0,1 0,-2 0,1 0,-2 0,0 0,2 0,3 0,-3 0,6 0,3 0,-1 0,-2 0,-2 0,-2 0,-4 0,-1 0,-5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5:05:30.0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5:05:41.5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.00089"/>
      <inkml:brushProperty name="anchorY" value="-16569.74805"/>
      <inkml:brushProperty name="scaleFactor" value="0.5"/>
    </inkml:brush>
  </inkml:definitions>
  <inkml:trace contextRef="#ctx0" brushRef="#br0">1 15170,'0'0,"0"-15,0-35,0-34,0-27,0-32,0-17,0-17,0-6,0 1,0 14,0 9,0 14,0 15,0 17,0 16,0 12,0 6,0 2,0-1,0-1,0 2,0-2,0-2,0-2,0-2,0 1,0 7,0 3,0 8,0 8,0 6,0 5,0 7,0 1,0 2,0-1,0-2,0-5,0-6,0-4,0-9,0-5,0 0,0-4,0-1,0 2,0 5,0 4,0 3,0 11,0 4,0 4,0 4,0 1,0-1,0 4,0-6,0-7,0-1,0-2,0-4,0-3,0 2,0 1,0-6,0 1,0-1,0 3,0-6,0 3,0 2,0 1,0-3,0 3,0-1,0 3,0-2,0-6,0-7,0-6,0-1,0-3,0-4,0-4,0-4,0-3,0-2,0 2,0 1,0 10,0 3,0 1,0-1,0-5,0-3,0-5,0-2,0 2,0-4,0 2,0 1,0 8,0 0,0 1,0 6,0 4,0 3,0-2,0 8,0 1,0 1,0 5,0 0,0-1,0 5,0-3,0 0,0 2,0-7,0 0,0 6,0-5,0 6,0-4,0 4,0 4,0 2,0 0,0-1,0 0,0-1,0-2,0-3,0 1,0-1,0-2,0 1,0 1,0-4,0 10,0-3,0-1,0 7,0-4,0 4,0 5,0 1,0-2,0 2,0 2,0-2,0 6,0-2,0-4,0 2,0 1,0-2,0-1,0-4,0 2,0-3,0 0,0-4,0-1,0 4,0-1,0 7,0-4,0 3,0 2,0 6,0 2,0 7,0-2,0 2,0-1,0-2,0 2,0-5,0-2,0 1,0 0,0 1,0 2,0-4,0 4,0-3,0 1,0-2,0 2,0 3,0-6,0 0,0-1,0-2,0-2,0-2,0-1,0 4,0-1,0 6,0 3,0 3,0 3,0 2,0 2,0-2,0 3,0-2,0 2,0-6,0 0,0-4,0 0,0 1,0 2,0 2,0 1,0 5,0 2,0 0,0 4,0 3,0 3,0-2,0 0,0-5,0-3,0-1,0 2,0 3,0-1,0 0,0 3,0-3,0-1,0-1,0 0,0 6,0-3,0 0,0-3,0-2,0-1,0-2,0 0,0-1,0 4,0-1,0 2,0-1,0-5,0-2,0-5,0-3,0-1,0-2,0 3,0-7,0 3,0-2,0-1,0 4,0-2,0 0,0 2,0 0,0-1,0-2,0-2,0 3,0 0,0 4,0-2,0 0,0 1,0 0,0 3,0-3,0-5,0-4,0-4,0-11,0-3,0-1,0 0,0 0,0 2,0 6,0 3,0 4,0 3,0 0,0 7,0-5,0 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5:05:54.64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-1015.99902"/>
      <inkml:brushProperty name="anchorY" value="-1156.38562"/>
      <inkml:brushProperty name="scaleFactor" value="0.5"/>
    </inkml:brush>
  </inkml:definitions>
  <inkml:trace contextRef="#ctx0" brushRef="#br0">1 0,'0'0,"4"0,22 0,21 0,20 0,20 0,17 0,28 0,8 0,5 0,4 0,-2 0,-6 0,-8 0,-4 0,-9 0,-6 0,-5 0,-4 0,-2 0,-7 0,0 0,-1 0,2 0,1 0,6 0,-3 0,6 0,-6 0,10 0,-5 0,10 0,3 0,10 0,3 0,1 0,5 0,-11 0,8 0,-6 0,0 0,3 0,-1 0,6 0,0 0,3 0,4 0,3 0,8 0,7 0,-4 0,5 0,3 0,-6 0,3 0,-3 0,9 0,-1 0,3 0,2 0,2 0,2 0,1 0,1 0,0 0,-10 0,-1 0,11 0,-9 0,3 0,9 0,-7 0,5 0,-9 0,-1 0,-6 0,-8 0,-3 0,-18 0,-2 0,-9 0,-7 0,-11 0,-5 0,-3 0,-1 0,-9 0,-5 0,-4 0,-3 0,0 0,-11 0,-1 0,1 0,-3 0,-3 0,8 0,3 0,-7 0,7 0,2 0,-8 0,6 0,2 0,-3 0,-5 0,-3 0,-9 0,-3 0,-3 0,-4 0,0 0,-4 0,-3 0,-4 0,-7 0,-3 0,0 0,0 0,0 0,2 0,1 0,-4 0,-1 0,2 0,0 0,2 0,1 0,5 0,7 0,0 0,-1 0,-2 0,-2 0,-2 0,-7 0,-2 0,-4 0,0 0,0 0,-2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5:33:55.80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0,'0'0,"0"19,0 45,0 47,0 52,0 55,0 35,0 37,0 24,0 14,0 8,0 2,0 0,0-13,0-13,0-13,0-16,0-20,0-4,0-8,0-8,0 3,0-1,0-5,0 6,0 1,0-4,0 5,0-11,0 0,0-4,0 6,0 2,0 9,0 7,0 1,0-5,0-3,0-8,0-13,0-11,0-22,0-24,0-22,0-24,0-23,0-14,0-20,0-15,0-7,0-3,0 22,0 36,0 25,0 26,0 3,0-4,0-21,0-16,0-19,0-23,0-11,0 2,0 24,0 38,0 17,0 21,0 13,0 5,0-6,0-15,0-14,0-25,0-17,0-13,0-19,0-16,0-7,0-9,0-7,0 2,0 14,0 21,0 26,0 8,0 13,0 3,0 5,0-1,0-8,0-15,0-14,0-18,0-6,0-11,0-8,0-8,0-5,0-4,0-1,0-2,0 1,0 0,0 0,0 34,0 33,0 18,0 17,0 3,0-6,0-5,0-15,0-10,0-18,0-10,0-15,0-4,0-7,0-6,0-4,0-2,0-2,0-1,0-5,0 0,0 0,0-4,0 1,0 1,0 8,0 8,0 7,0 0,0 4,0-2,0 1,0 3,0-4,0 2,0-4,0 2,0 2,0-4,0-2,0 1,0 3,0-3,0-2,0 2,0 2,0 4,0-3,0-3,0 2,0 1,0-2,0 2,0 3,0 2,0-3,0 1,0 2,0-5,0 3,0 0,0-3,0 2,0-4,0-4,0-9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9T15:34:10.96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1016.00146"/>
      <inkml:brushProperty name="anchorY" value="-18591.2168"/>
      <inkml:brushProperty name="scaleFactor" value="0.5"/>
    </inkml:brush>
  </inkml:definitions>
  <inkml:trace contextRef="#ctx0" brushRef="#br0">1 1,'0'0,"14"0,40 0,26 0,43 0,31 0,23 0,27 0,9 0,3 0,-1 0,-4 0,-9 0,-16 0,-9 0,-12 0,-9 0,-13 0,-10 0,-10 0,-11 0,-9 0,-15 0,-5 0,-3 0,-7 0,0 0,-9 0,1 0,3 0,-1 0,-3 0,5 0,3 0,-2 0,3 0,4 0,-4 0,8 0,2 0,3 0,-6 0,6 0,1 0,0 0,-1 0,7 0,4 0,0 0,4 0,4 0,2 0,9 0,1 0,-4 0,-6 0,-2 0,0 0,-4 0,2 0,0 0,4 0,-4 0,2 0,1 0,-4 0,2 0,-4 0,1 0,3 0,2 0,-8 0,-5 0,1 0,-2 0,4 0,-8 0,-1 0,3 0,-6 0,0 0,3 0,2 0,5 0,-1 0,6 0,3 0,5 0,2 0,2 0,-9 0,0 0,0 0,2 0,3 0,-10 0,2 0,-4 0,3 0,-3 0,-3 0,-1 0,2 0,0 0,-2 0,4 0,-2 0,0 0,-3 0,3 0,-6 0,-1 0,3 0,0 0,0 0,5 0,-1 0,4 0,-1 0,4 0,3 0,4 0,7 0,-2 0,0 0,6 0,0 0,6 0,-1 0,4 0,-1 0,-9 0,3 0,-2 0,-1 0,3 0,-5 0,-7 0,-2 0,0 0,-16 0,0 0,-3 0,-7 0,-2 0,1 0,0 0,-4 0,7 0,-5 0,3 0,0 0,1 0,-4 0,0 0,2 0,-11 0,2 0,1 0,-8 0,3 0,-3 0,-1 0,-2 0,-8 0,0 0,-1 0,-5 0,6 0,3 0,-5 0,1 0,6 0,-4 0,1 0,6 0,-6 0,-4 0,-7 0,-6 0,-4 0,-3 0,-2 0,-1 0,0 0,0 0,1 0,5 0,6 0,1 0,4 0,10 0,-3 0,3 0,-6 0,7 0,-5 0,2 0,-6 0,1 0,-4 0,1 0,-3 0,-3 0,-3 0,-3 0,-2 0,-1 0,-1 0,-1 0,6 0,1 0,5 0,0 0,-2 0,4 0,-3 0,-1 0,-3 0,-2 0,-2 0,5 0,-1 0,5 0,0 0,-2 0,-2 0,-3 0,-1 0,-2 0,0 0,-1 0,0 0,0 0,0 0,-1 0,1 0,0 0,1 0,-1 0,0 0,-5 0,-1 0,0 0,2 0,1 0,1 0,1 0,1 0,-6 0,1 0,-1 0,2 0,1 0,1 0,1 0,1 0,0 0,1 0,-1 0,-5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CB59A-132A-48D3-ADC2-185664EFED8E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61D40-F5FC-4925-9AA7-4275ED1572A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112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0560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1010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6110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8363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1D40-F5FC-4925-9AA7-4275ED1572A7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2489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0067C-955E-A978-D27F-91AEC83E7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02C88-23B4-B368-CED7-F3E967475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FEB2C-242E-74BE-3CE6-E88C1E41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80764-A630-3B73-C70F-00775F01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7D2B-B968-3812-75C7-995B0169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81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48A4-4241-C3D6-1C45-42A3E9BD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DD57A-07B9-4FCB-3CD4-9BBB9B64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80D8B-FE3F-11D2-75B8-EDE4A621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FB48-D7A9-E2CC-20E5-49E590F1D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35775-7E0C-5C2C-964A-16E0971E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903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182D-4B0D-F9BD-B6B7-1821C2C4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52063-C8C0-4514-F776-5B98ECD43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826F-FACC-1D38-6A18-1B79BF04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0DCEB-CA0F-0992-CB6C-7870EEBC3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754D3-D7DC-81D4-5A4B-40AF2E6C6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846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8750-4121-73CC-71F9-42398E66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32758-82CA-2614-B5E9-F1C50AC97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53EBF-B233-29E0-E446-7CB79D6AA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E066-364E-1C65-A87C-AA82A654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7A78B-A12A-8B09-A85E-C5899148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0BB8E-6F03-0E13-9134-82F04B0D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745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5AE6-FD83-D835-E0D2-965C1754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F87B8-89AB-ACC3-1E27-5D3659668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41A5-CC43-2111-9EBE-DC10850D0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485F2-5054-9489-E390-EDFA2B152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1D046B-25C2-DDD0-81D2-02B7AD711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80844-2C6B-79B5-CDC4-8927E22E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3901C-F768-BA73-FDBB-66B1EC90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AAC7D-53E5-F012-F90C-82C6C442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564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12DF-ECF1-A5DB-6C49-576AA0C0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5111A-A280-0019-3FB4-4DA0A3D5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7417-C573-29D7-3D6F-D950160C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C5A2F-8784-34B5-244C-4A079F6D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5869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695C8-C9EF-3863-1AA7-DF811B44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31FB0-FCE2-3F03-FAB0-A3DE372E4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D00BD-32C0-03EB-A844-8CB7345C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770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39E9-CA01-A1C0-877E-D934DAA6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028EC-B042-4279-9C1C-F6B0B3E0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21FA4-A1DE-0954-554C-FB89481C5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2928C-768C-E366-8A4F-235A86AE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084A2-27EB-6D2E-7780-DDC68954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E37DE-0272-8E68-61EC-EFE00D85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68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2022-2B6F-CABB-4B87-53F78FD4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78F7E-E78B-94DA-2F82-0A9068F5D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BAF04-5FD1-63B4-6240-B97ECFD9F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FB814-B802-7525-7D98-32762180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34431-00FF-70BE-0181-17FCD4A3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93DC7-7712-00D0-C788-7782F7A2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502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AA92-96D4-CA58-8955-D55FC9C3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40ACA-E7DE-1D93-35BE-26BED1854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D098A-2E3D-3D3C-5E73-359D0D73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62629-2AF0-8D49-D31E-5B9FE547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D89D3-F615-3261-F078-5AD22D6F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445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7828B-C59A-9C2A-D8D5-D3BCF933B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BE7EA-4BB7-57D2-0C52-2F246869D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993F7-BA98-3E2C-574A-F58D5D9B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1BAD2-90A1-D45D-F473-1CF1701E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90522-4A20-5F75-B9A4-0E341C49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199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9D0C8-49B3-92C7-C0D2-F9E4EF32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A6105-296C-A63A-5A84-36FAD1B94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08A50-45C7-7936-B38A-D4220467E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F84C9-4E54-44EF-B730-3AEBF43EC5F1}" type="datetimeFigureOut">
              <a:rPr lang="en-SG" smtClean="0"/>
              <a:t>27/3/2026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6948D-67DE-5B41-55F2-396570FE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5D22E-2B7C-4E12-4979-51E30D0BE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940CF-4059-4E4F-8107-A843EB353D0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03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diagramData" Target="../diagrams/data1.xml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1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15" Type="http://schemas.openxmlformats.org/officeDocument/2006/relationships/diagramQuickStyle" Target="../diagrams/quickStyle1.xml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8.xml"/><Relationship Id="rId4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1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E91C-621D-03AC-BEC7-3EF6BFF6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3" y="172133"/>
            <a:ext cx="9144000" cy="2151989"/>
          </a:xfrm>
        </p:spPr>
        <p:txBody>
          <a:bodyPr>
            <a:normAutofit/>
          </a:bodyPr>
          <a:lstStyle/>
          <a:p>
            <a:pPr algn="l"/>
            <a:r>
              <a:rPr lang="en-SG" sz="2400">
                <a:latin typeface="Amasis MT Pro Black" panose="02040A04050005020304" pitchFamily="18" charset="0"/>
              </a:rPr>
              <a:t>Classification Machine Status</a:t>
            </a:r>
            <a:br>
              <a:rPr lang="en-US" altLang="zh-CN" sz="2000" dirty="0"/>
            </a:br>
            <a:r>
              <a:rPr lang="en-US" sz="2000" b="1" dirty="0"/>
              <a:t>Goal / Overview</a:t>
            </a:r>
            <a:br>
              <a:rPr lang="en-US" sz="2000" b="1" dirty="0"/>
            </a:br>
            <a:r>
              <a:rPr lang="en-US" sz="2000" b="1" dirty="0"/>
              <a:t>Title:</a:t>
            </a:r>
            <a:r>
              <a:rPr lang="en-US" sz="2000" dirty="0"/>
              <a:t> Predict if a machine is working or faulty.</a:t>
            </a:r>
            <a:br>
              <a:rPr lang="en-US" sz="2000" dirty="0"/>
            </a:br>
            <a:br>
              <a:rPr lang="en-US" sz="2000" dirty="0"/>
            </a:br>
            <a:r>
              <a:rPr lang="en-SG" sz="2000" b="1" dirty="0"/>
              <a:t>Dataset Snapshot</a:t>
            </a:r>
            <a:br>
              <a:rPr lang="en-SG" sz="2000" dirty="0"/>
            </a:br>
            <a:br>
              <a:rPr lang="en-US" sz="2000" dirty="0"/>
            </a:br>
            <a:endParaRPr lang="en-SG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F63EF-8058-198E-FFD3-8C5557154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3732" y="4675655"/>
            <a:ext cx="6290735" cy="2010212"/>
          </a:xfrm>
        </p:spPr>
        <p:txBody>
          <a:bodyPr>
            <a:noAutofit/>
          </a:bodyPr>
          <a:lstStyle/>
          <a:p>
            <a:pPr algn="l"/>
            <a:r>
              <a:rPr lang="en-SG" sz="2000" b="1" dirty="0"/>
              <a:t>Data Overview</a:t>
            </a:r>
          </a:p>
          <a:p>
            <a:pPr algn="l"/>
            <a:r>
              <a:rPr lang="en-SG" sz="2000" dirty="0"/>
              <a:t>Number of records: 20,000</a:t>
            </a:r>
          </a:p>
          <a:p>
            <a:pPr algn="l"/>
            <a:r>
              <a:rPr lang="en-SG" sz="2000" dirty="0"/>
              <a:t>Number of features: 9 (7 numerical, 2 categorical)</a:t>
            </a:r>
          </a:p>
          <a:p>
            <a:pPr algn="l"/>
            <a:r>
              <a:rPr lang="en-SG" sz="2000" dirty="0"/>
              <a:t>Target Variable: Machine Status (0 = working, 1= faulty)</a:t>
            </a:r>
          </a:p>
          <a:p>
            <a:pPr algn="l"/>
            <a:r>
              <a:rPr lang="en-SG" sz="2000" dirty="0"/>
              <a:t>- Unique ID </a:t>
            </a:r>
            <a:r>
              <a:rPr lang="en-US" sz="2000" dirty="0"/>
              <a:t>is an identifier so </a:t>
            </a:r>
            <a:r>
              <a:rPr lang="en-SG" sz="2000" dirty="0"/>
              <a:t>exclude it from </a:t>
            </a:r>
            <a:r>
              <a:rPr lang="en-SG" sz="2000" dirty="0" err="1"/>
              <a:t>modeling</a:t>
            </a:r>
            <a:r>
              <a:rPr lang="en-SG" sz="2000" dirty="0"/>
              <a:t>.</a:t>
            </a: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E72342-1AD7-22AA-FDE9-0C47FB2DE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55030"/>
              </p:ext>
            </p:extLst>
          </p:nvPr>
        </p:nvGraphicFramePr>
        <p:xfrm>
          <a:off x="1166949" y="1790679"/>
          <a:ext cx="10023565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2781">
                  <a:extLst>
                    <a:ext uri="{9D8B030D-6E8A-4147-A177-3AD203B41FA5}">
                      <a16:colId xmlns:a16="http://schemas.microsoft.com/office/drawing/2014/main" val="2721537016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59516009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39982021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14009769"/>
                    </a:ext>
                  </a:extLst>
                </a:gridCol>
                <a:gridCol w="1071154">
                  <a:extLst>
                    <a:ext uri="{9D8B030D-6E8A-4147-A177-3AD203B41FA5}">
                      <a16:colId xmlns:a16="http://schemas.microsoft.com/office/drawing/2014/main" val="1107330284"/>
                    </a:ext>
                  </a:extLst>
                </a:gridCol>
                <a:gridCol w="1480457">
                  <a:extLst>
                    <a:ext uri="{9D8B030D-6E8A-4147-A177-3AD203B41FA5}">
                      <a16:colId xmlns:a16="http://schemas.microsoft.com/office/drawing/2014/main" val="98980068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38593742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3921113"/>
                    </a:ext>
                  </a:extLst>
                </a:gridCol>
                <a:gridCol w="1135984">
                  <a:extLst>
                    <a:ext uri="{9D8B030D-6E8A-4147-A177-3AD203B41FA5}">
                      <a16:colId xmlns:a16="http://schemas.microsoft.com/office/drawing/2014/main" val="2322771327"/>
                    </a:ext>
                  </a:extLst>
                </a:gridCol>
              </a:tblGrid>
              <a:tr h="47274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Unique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Ambient T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Process T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Rotation Speed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Torque (Nm)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Tool Wear (min)</a:t>
                      </a:r>
                    </a:p>
                    <a:p>
                      <a:pPr algn="ctr"/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Machine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000776"/>
                  </a:ext>
                </a:extLst>
              </a:tr>
              <a:tr h="3419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K12965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729096"/>
                  </a:ext>
                </a:extLst>
              </a:tr>
              <a:tr h="3419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Z62710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25.05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657743"/>
                  </a:ext>
                </a:extLst>
              </a:tr>
              <a:tr h="3419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T20224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24.95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356924"/>
                  </a:ext>
                </a:extLst>
              </a:tr>
              <a:tr h="3419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Z33024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25.05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35.45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46104"/>
                  </a:ext>
                </a:extLst>
              </a:tr>
              <a:tr h="341979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Z52839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25.05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78114"/>
                  </a:ext>
                </a:extLst>
              </a:tr>
            </a:tbl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72D90AFD-1F25-5894-5D0B-161710B055E5}"/>
              </a:ext>
            </a:extLst>
          </p:cNvPr>
          <p:cNvSpPr txBox="1">
            <a:spLocks/>
          </p:cNvSpPr>
          <p:nvPr/>
        </p:nvSpPr>
        <p:spPr>
          <a:xfrm>
            <a:off x="7734283" y="4675655"/>
            <a:ext cx="3456231" cy="20368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000" b="1" dirty="0"/>
              <a:t>Missing Values</a:t>
            </a:r>
          </a:p>
          <a:p>
            <a:pPr algn="l"/>
            <a:r>
              <a:rPr lang="en-SG" sz="2000" dirty="0"/>
              <a:t>Quality                              - 991</a:t>
            </a:r>
          </a:p>
          <a:p>
            <a:pPr algn="l"/>
            <a:r>
              <a:rPr lang="en-SG" sz="2000" dirty="0"/>
              <a:t>Process T (C)                  - 400</a:t>
            </a:r>
          </a:p>
          <a:p>
            <a:pPr algn="l"/>
            <a:r>
              <a:rPr lang="en-SG" sz="2000" dirty="0"/>
              <a:t>Rotation Speed (rpm) - 1188</a:t>
            </a:r>
          </a:p>
          <a:p>
            <a:pPr algn="l"/>
            <a:r>
              <a:rPr lang="en-SG" sz="2000" dirty="0"/>
              <a:t>Others                                -  0</a:t>
            </a:r>
          </a:p>
        </p:txBody>
      </p:sp>
    </p:spTree>
    <p:extLst>
      <p:ext uri="{BB962C8B-B14F-4D97-AF65-F5344CB8AC3E}">
        <p14:creationId xmlns:p14="http://schemas.microsoft.com/office/powerpoint/2010/main" val="256954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6927-CD15-8E38-0F67-A951ACC73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9" y="254529"/>
            <a:ext cx="4486155" cy="8589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2000" b="1" dirty="0"/>
              <a:t>EDA &amp; Data Cleaning</a:t>
            </a:r>
            <a:br>
              <a:rPr lang="en-SG" sz="2000" b="1" dirty="0"/>
            </a:br>
            <a:br>
              <a:rPr lang="en-SG" sz="2000" dirty="0"/>
            </a:br>
            <a:r>
              <a:rPr lang="en-SG" sz="2000" b="1" dirty="0"/>
              <a:t>Bar chart: </a:t>
            </a:r>
            <a:r>
              <a:rPr lang="en-SG" sz="2000" dirty="0"/>
              <a:t>Machine Status 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61FC9-DB0D-CFB5-46BA-5AC96391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688" y="386637"/>
            <a:ext cx="4687748" cy="7789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b="1" dirty="0"/>
              <a:t>Categorical Features</a:t>
            </a:r>
          </a:p>
          <a:p>
            <a:pPr marL="0" indent="0">
              <a:buNone/>
            </a:pPr>
            <a:r>
              <a:rPr lang="en-SG" sz="2000" b="1" dirty="0"/>
              <a:t>Bar chart:</a:t>
            </a:r>
            <a:r>
              <a:rPr lang="en-SG" sz="2000" dirty="0"/>
              <a:t> Quality counts</a:t>
            </a:r>
            <a:endParaRPr lang="en-SG" sz="2000" b="1" dirty="0"/>
          </a:p>
        </p:txBody>
      </p:sp>
      <p:pic>
        <p:nvPicPr>
          <p:cNvPr id="5" name="Picture 4" descr="A graph of a distribution of machine status&#10;&#10;AI-generated content may be incorrect.">
            <a:extLst>
              <a:ext uri="{FF2B5EF4-FFF2-40B4-BE49-F238E27FC236}">
                <a16:creationId xmlns:a16="http://schemas.microsoft.com/office/drawing/2014/main" id="{B1DE48ED-2C66-0844-7872-99CE8918F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0" t="2282" r="1968"/>
          <a:stretch>
            <a:fillRect/>
          </a:stretch>
        </p:blipFill>
        <p:spPr>
          <a:xfrm>
            <a:off x="693090" y="1206627"/>
            <a:ext cx="4083334" cy="27446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A6BEB8C-1CC9-69A5-742E-42904593FFB2}"/>
              </a:ext>
            </a:extLst>
          </p:cNvPr>
          <p:cNvSpPr txBox="1">
            <a:spLocks/>
          </p:cNvSpPr>
          <p:nvPr/>
        </p:nvSpPr>
        <p:spPr>
          <a:xfrm>
            <a:off x="797233" y="3665989"/>
            <a:ext cx="5175735" cy="1610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Insight:</a:t>
            </a:r>
            <a:r>
              <a:rPr lang="en-US" sz="1800" dirty="0"/>
              <a:t> Highly imbalanced dataset (96.6% working,</a:t>
            </a:r>
          </a:p>
          <a:p>
            <a:r>
              <a:rPr lang="en-US" sz="1800" dirty="0"/>
              <a:t>                 3.4% faulty)</a:t>
            </a:r>
            <a:br>
              <a:rPr lang="en-SG" sz="1800" dirty="0"/>
            </a:br>
            <a:r>
              <a:rPr lang="en-US" sz="1800" b="1" dirty="0"/>
              <a:t>Implication:</a:t>
            </a:r>
            <a:r>
              <a:rPr lang="en-US" sz="1800" dirty="0"/>
              <a:t> Need to consider class imbalance</a:t>
            </a:r>
            <a:br>
              <a:rPr lang="en-US" sz="1800" dirty="0"/>
            </a:br>
            <a:r>
              <a:rPr lang="en-US" sz="1800" dirty="0"/>
              <a:t>                           in model metrics</a:t>
            </a:r>
            <a:endParaRPr lang="en-SG" sz="1800" b="1" dirty="0"/>
          </a:p>
        </p:txBody>
      </p:sp>
      <p:pic>
        <p:nvPicPr>
          <p:cNvPr id="11" name="Picture 10" descr="A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8939475A-0CE9-144C-D24D-D9AC252FFE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0"/>
          <a:stretch>
            <a:fillRect/>
          </a:stretch>
        </p:blipFill>
        <p:spPr>
          <a:xfrm>
            <a:off x="5782620" y="1128885"/>
            <a:ext cx="4145287" cy="26932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2B28C69-0795-2210-E5D7-76CA72B2B3ED}"/>
                  </a:ext>
                </a:extLst>
              </p14:cNvPr>
              <p14:cNvContentPartPr/>
              <p14:nvPr/>
            </p14:nvContentPartPr>
            <p14:xfrm>
              <a:off x="5653076" y="0"/>
              <a:ext cx="360" cy="6858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2B28C69-0795-2210-E5D7-76CA72B2B3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44076" y="-9000"/>
                <a:ext cx="18000" cy="68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0D81338-617F-77FD-65E5-800007B05E46}"/>
                  </a:ext>
                </a:extLst>
              </p14:cNvPr>
              <p14:cNvContentPartPr/>
              <p14:nvPr/>
            </p14:nvContentPartPr>
            <p14:xfrm>
              <a:off x="5655587" y="3838248"/>
              <a:ext cx="650592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0D81338-617F-77FD-65E5-800007B05E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46587" y="3829248"/>
                <a:ext cx="6523559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DD1F450-A9E7-9AC0-7CE2-76C6E8DCE53F}"/>
              </a:ext>
            </a:extLst>
          </p:cNvPr>
          <p:cNvSpPr txBox="1"/>
          <p:nvPr/>
        </p:nvSpPr>
        <p:spPr>
          <a:xfrm>
            <a:off x="546747" y="5012970"/>
            <a:ext cx="29304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ADLaM Display" panose="02010000000000000000" pitchFamily="2" charset="0"/>
                <a:cs typeface="ADLaM Display" panose="02010000000000000000" pitchFamily="2" charset="0"/>
              </a:rPr>
              <a:t>Data Cleaning</a:t>
            </a:r>
          </a:p>
          <a:p>
            <a:r>
              <a:rPr lang="en-US" dirty="0"/>
              <a:t>1. Missing values </a:t>
            </a:r>
          </a:p>
          <a:p>
            <a:r>
              <a:rPr lang="en-US" dirty="0"/>
              <a:t>- </a:t>
            </a:r>
            <a:r>
              <a:rPr lang="en-US" b="1" dirty="0"/>
              <a:t>Process T (C) &amp; Rotation Speed (rpm) </a:t>
            </a:r>
            <a:r>
              <a:rPr lang="en-US" dirty="0"/>
              <a:t>→ filled with median (robust to outliers)</a:t>
            </a:r>
          </a:p>
          <a:p>
            <a:r>
              <a:rPr lang="en-US" dirty="0"/>
              <a:t>- </a:t>
            </a:r>
            <a:r>
              <a:rPr lang="en-US" b="1" dirty="0"/>
              <a:t>Quality</a:t>
            </a:r>
            <a:r>
              <a:rPr lang="en-US" dirty="0"/>
              <a:t> → filled with mode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3BCAC-8665-0F16-A1A8-35AE512B84FB}"/>
              </a:ext>
            </a:extLst>
          </p:cNvPr>
          <p:cNvSpPr txBox="1"/>
          <p:nvPr/>
        </p:nvSpPr>
        <p:spPr>
          <a:xfrm>
            <a:off x="3423270" y="5310393"/>
            <a:ext cx="2233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SG" dirty="0"/>
              <a:t>.</a:t>
            </a:r>
            <a:r>
              <a:rPr lang="zh-CN" altLang="en-US" dirty="0"/>
              <a:t> </a:t>
            </a:r>
            <a:r>
              <a:rPr lang="en-US" dirty="0"/>
              <a:t>Data types</a:t>
            </a:r>
          </a:p>
          <a:p>
            <a:r>
              <a:rPr lang="en-US" dirty="0"/>
              <a:t>- Converted categorical features → category type.</a:t>
            </a:r>
            <a:endParaRPr lang="en-SG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B29DB3B-A429-0C81-78AF-DD1503E47135}"/>
                  </a:ext>
                </a:extLst>
              </p14:cNvPr>
              <p14:cNvContentPartPr/>
              <p14:nvPr/>
            </p14:nvContentPartPr>
            <p14:xfrm>
              <a:off x="25187" y="5040560"/>
              <a:ext cx="559008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B29DB3B-A429-0C81-78AF-DD1503E471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187" y="5031560"/>
                <a:ext cx="560772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1B7F189-3F1E-7F51-279A-BAB6593F89D6}"/>
              </a:ext>
            </a:extLst>
          </p:cNvPr>
          <p:cNvSpPr txBox="1"/>
          <p:nvPr/>
        </p:nvSpPr>
        <p:spPr>
          <a:xfrm>
            <a:off x="9936499" y="1128885"/>
            <a:ext cx="21363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L is the most common, followed by M, while H is the least frequent. </a:t>
            </a:r>
          </a:p>
          <a:p>
            <a:r>
              <a:rPr lang="en-US" dirty="0"/>
              <a:t>This means the dataset is slightly imbalanced across quality groups.</a:t>
            </a:r>
            <a:endParaRPr lang="en-SG" dirty="0"/>
          </a:p>
        </p:txBody>
      </p:sp>
      <p:graphicFrame>
        <p:nvGraphicFramePr>
          <p:cNvPr id="21" name="Title 1">
            <a:extLst>
              <a:ext uri="{FF2B5EF4-FFF2-40B4-BE49-F238E27FC236}">
                <a16:creationId xmlns:a16="http://schemas.microsoft.com/office/drawing/2014/main" id="{A52045D5-D5D8-E40A-39B0-D9955348C2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2662926"/>
              </p:ext>
            </p:extLst>
          </p:nvPr>
        </p:nvGraphicFramePr>
        <p:xfrm>
          <a:off x="7430318" y="3891934"/>
          <a:ext cx="4452002" cy="28798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9C56832-5D49-A44E-2590-360D4A39EF19}"/>
              </a:ext>
            </a:extLst>
          </p:cNvPr>
          <p:cNvSpPr txBox="1"/>
          <p:nvPr/>
        </p:nvSpPr>
        <p:spPr>
          <a:xfrm>
            <a:off x="5897488" y="4922582"/>
            <a:ext cx="14617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Numerical </a:t>
            </a:r>
          </a:p>
          <a:p>
            <a:r>
              <a:rPr lang="en-US" sz="2000" b="1" dirty="0"/>
              <a:t>Features</a:t>
            </a:r>
            <a:endParaRPr lang="en-SG" sz="2000" b="1" dirty="0"/>
          </a:p>
        </p:txBody>
      </p:sp>
    </p:spTree>
    <p:extLst>
      <p:ext uri="{BB962C8B-B14F-4D97-AF65-F5344CB8AC3E}">
        <p14:creationId xmlns:p14="http://schemas.microsoft.com/office/powerpoint/2010/main" val="251439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9687-219F-0B8D-5B15-B10C8D3D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94" y="217030"/>
            <a:ext cx="5628880" cy="228423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US" sz="2000" dirty="0"/>
            </a:br>
            <a:r>
              <a:rPr lang="en-SG" sz="2200" b="1" dirty="0"/>
              <a:t>Feature Engineering &amp; Preprocessing</a:t>
            </a:r>
            <a:br>
              <a:rPr lang="en-SG" sz="2200" b="1" dirty="0"/>
            </a:br>
            <a:br>
              <a:rPr lang="en-SG" sz="2200" b="1" dirty="0"/>
            </a:br>
            <a:r>
              <a:rPr lang="en-US" sz="2200" b="1" dirty="0"/>
              <a:t>Categorical Features</a:t>
            </a:r>
            <a:br>
              <a:rPr lang="en-US" sz="2200" b="1" dirty="0"/>
            </a:br>
            <a:r>
              <a:rPr lang="en-US" sz="2200" b="1" dirty="0"/>
              <a:t>Feature:</a:t>
            </a:r>
            <a:r>
              <a:rPr lang="en-US" sz="2200" dirty="0"/>
              <a:t> Quality</a:t>
            </a:r>
            <a:br>
              <a:rPr lang="en-US" sz="2200" dirty="0"/>
            </a:br>
            <a:r>
              <a:rPr lang="en-US" sz="2200" b="1" dirty="0"/>
              <a:t>Action:</a:t>
            </a:r>
            <a:r>
              <a:rPr lang="en-US" sz="2200" dirty="0"/>
              <a:t> One-Hot Encoding applied</a:t>
            </a:r>
            <a:br>
              <a:rPr lang="en-US" sz="2200" dirty="0"/>
            </a:br>
            <a:r>
              <a:rPr lang="en-US" sz="2200" b="1" dirty="0"/>
              <a:t>(drop first to avoid multicollinearity)</a:t>
            </a:r>
            <a:br>
              <a:rPr lang="en-US" sz="2200" b="1" dirty="0"/>
            </a:br>
            <a:r>
              <a:rPr lang="en-US" sz="2200" dirty="0"/>
              <a:t>Categorical encoding applied ✅</a:t>
            </a:r>
            <a:endParaRPr lang="en-SG" sz="22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890063-4F6A-A7A9-B0AB-6474443F7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44798"/>
              </p:ext>
            </p:extLst>
          </p:nvPr>
        </p:nvGraphicFramePr>
        <p:xfrm>
          <a:off x="496871" y="2697480"/>
          <a:ext cx="4275666" cy="1463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4992">
                  <a:extLst>
                    <a:ext uri="{9D8B030D-6E8A-4147-A177-3AD203B41FA5}">
                      <a16:colId xmlns:a16="http://schemas.microsoft.com/office/drawing/2014/main" val="2002294255"/>
                    </a:ext>
                  </a:extLst>
                </a:gridCol>
                <a:gridCol w="1202055">
                  <a:extLst>
                    <a:ext uri="{9D8B030D-6E8A-4147-A177-3AD203B41FA5}">
                      <a16:colId xmlns:a16="http://schemas.microsoft.com/office/drawing/2014/main" val="2098134873"/>
                    </a:ext>
                  </a:extLst>
                </a:gridCol>
                <a:gridCol w="1228619">
                  <a:extLst>
                    <a:ext uri="{9D8B030D-6E8A-4147-A177-3AD203B41FA5}">
                      <a16:colId xmlns:a16="http://schemas.microsoft.com/office/drawing/2014/main" val="1721154949"/>
                    </a:ext>
                  </a:extLst>
                </a:gridCol>
              </a:tblGrid>
              <a:tr h="20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Original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 err="1"/>
                        <a:t>Quality_L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 err="1"/>
                        <a:t>Quality_M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516766"/>
                  </a:ext>
                </a:extLst>
              </a:tr>
              <a:tr h="20985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122369"/>
                  </a:ext>
                </a:extLst>
              </a:tr>
              <a:tr h="20985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513403"/>
                  </a:ext>
                </a:extLst>
              </a:tr>
              <a:tr h="20985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404992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A00E3F-674B-A168-53AA-9F74A48A1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50" y="4513535"/>
            <a:ext cx="5425096" cy="200853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SG" sz="2000" b="1" dirty="0"/>
              <a:t>Numerical Features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Features:</a:t>
            </a:r>
            <a:r>
              <a:rPr lang="en-US" sz="2000" dirty="0"/>
              <a:t> Ambient T, Process T, Rotation Speed,</a:t>
            </a:r>
            <a:br>
              <a:rPr lang="en-US" sz="2000" dirty="0"/>
            </a:br>
            <a:r>
              <a:rPr lang="en-US" sz="2000" dirty="0"/>
              <a:t>                      Torque, Tool Wear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Action:</a:t>
            </a:r>
            <a:r>
              <a:rPr lang="en-US" sz="2000" dirty="0"/>
              <a:t> </a:t>
            </a:r>
            <a:r>
              <a:rPr lang="en-US" sz="2000" dirty="0" err="1"/>
              <a:t>StandardScaler</a:t>
            </a:r>
            <a:r>
              <a:rPr lang="en-US" sz="2000" dirty="0"/>
              <a:t> applied (mean=0, std=1)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Numeric features scaled ✅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DA68EAF-ACD7-3664-9E92-66530F5F896E}"/>
              </a:ext>
            </a:extLst>
          </p:cNvPr>
          <p:cNvSpPr txBox="1">
            <a:spLocks/>
          </p:cNvSpPr>
          <p:nvPr/>
        </p:nvSpPr>
        <p:spPr>
          <a:xfrm>
            <a:off x="6014036" y="2501262"/>
            <a:ext cx="6279524" cy="1943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SG" sz="1900" b="1" dirty="0"/>
              <a:t>Dropped Columns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Unique ID and Product ID removed → no predictive value</a:t>
            </a:r>
          </a:p>
          <a:p>
            <a:pPr>
              <a:lnSpc>
                <a:spcPct val="100000"/>
              </a:lnSpc>
            </a:pPr>
            <a:r>
              <a:rPr lang="en-US" sz="1900" dirty="0"/>
              <a:t>Torque dropped in Linear Regression → to prevent multicollinearity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SG" sz="1900" dirty="0"/>
              <a:t>Dropped irrelevant identifiers ✅</a:t>
            </a:r>
            <a:endParaRPr lang="en-US" sz="190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B27ABBC-8CAF-1923-3203-DCBD694AB503}"/>
              </a:ext>
            </a:extLst>
          </p:cNvPr>
          <p:cNvSpPr txBox="1">
            <a:spLocks/>
          </p:cNvSpPr>
          <p:nvPr/>
        </p:nvSpPr>
        <p:spPr>
          <a:xfrm>
            <a:off x="6096000" y="4456596"/>
            <a:ext cx="5898817" cy="2334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SG" sz="1900" b="1" dirty="0"/>
              <a:t>Pipelines for Models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/>
              <a:t>Each model uses the </a:t>
            </a:r>
            <a:r>
              <a:rPr lang="en-US" sz="1900" b="1" dirty="0"/>
              <a:t>same preprocessing pipeline</a:t>
            </a:r>
            <a:endParaRPr lang="en-US" sz="1900" dirty="0"/>
          </a:p>
          <a:p>
            <a:pPr>
              <a:lnSpc>
                <a:spcPct val="110000"/>
              </a:lnSpc>
            </a:pPr>
            <a:r>
              <a:rPr lang="en-US" sz="1900" dirty="0"/>
              <a:t>Logistic Regression, KNN, SVC → scaling required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Decision Tree, Random Forest → scaling not required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SG" sz="1900" dirty="0"/>
              <a:t>Preprocessor + Classifier pipeline applied ✅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FF8147-331B-7547-B141-57F17CEFA25D}"/>
                  </a:ext>
                </a:extLst>
              </p14:cNvPr>
              <p14:cNvContentPartPr/>
              <p14:nvPr/>
            </p14:nvContentPartPr>
            <p14:xfrm>
              <a:off x="5910830" y="0"/>
              <a:ext cx="360" cy="6858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FF8147-331B-7547-B141-57F17CEFA2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1830" y="-9000"/>
                <a:ext cx="18000" cy="68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C1B5044-20F8-993F-9C9C-E4AD1FFD249B}"/>
                  </a:ext>
                </a:extLst>
              </p14:cNvPr>
              <p14:cNvContentPartPr/>
              <p14:nvPr/>
            </p14:nvContentPartPr>
            <p14:xfrm>
              <a:off x="33467" y="4408650"/>
              <a:ext cx="12158533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C1B5044-20F8-993F-9C9C-E4AD1FFD24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467" y="4399650"/>
                <a:ext cx="12176173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C50DC31-2C35-5D6C-0BFA-A538CCDA92FB}"/>
              </a:ext>
            </a:extLst>
          </p:cNvPr>
          <p:cNvSpPr txBox="1"/>
          <p:nvPr/>
        </p:nvSpPr>
        <p:spPr>
          <a:xfrm>
            <a:off x="6011174" y="414477"/>
            <a:ext cx="589989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900" b="1" dirty="0"/>
              <a:t>Added Three New Features:</a:t>
            </a:r>
            <a:endParaRPr lang="en-SG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900" b="1" dirty="0" err="1">
                <a:solidFill>
                  <a:srgbClr val="FF0000"/>
                </a:solidFill>
              </a:rPr>
              <a:t>Torque_per_Speed</a:t>
            </a:r>
            <a:r>
              <a:rPr lang="en-SG" sz="1900" b="1" dirty="0">
                <a:solidFill>
                  <a:srgbClr val="FF0000"/>
                </a:solidFill>
              </a:rPr>
              <a:t> </a:t>
            </a:r>
            <a:r>
              <a:rPr lang="en-SG" sz="1900" b="1" dirty="0"/>
              <a:t>=</a:t>
            </a:r>
            <a:r>
              <a:rPr lang="en-SG" sz="1900" dirty="0"/>
              <a:t> Torque ÷ Rotation Speed </a:t>
            </a:r>
          </a:p>
          <a:p>
            <a:r>
              <a:rPr lang="en-SG" sz="1900" b="1" dirty="0"/>
              <a:t>       →</a:t>
            </a:r>
            <a:r>
              <a:rPr lang="en-SG" sz="1900" dirty="0"/>
              <a:t> captures mechanical stress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900" b="1" dirty="0" err="1">
                <a:solidFill>
                  <a:srgbClr val="FF0000"/>
                </a:solidFill>
              </a:rPr>
              <a:t>Temp_Diff</a:t>
            </a:r>
            <a:r>
              <a:rPr lang="en-SG" sz="1900" b="1" dirty="0">
                <a:solidFill>
                  <a:srgbClr val="FF0000"/>
                </a:solidFill>
              </a:rPr>
              <a:t> </a:t>
            </a:r>
            <a:r>
              <a:rPr lang="en-SG" sz="1900" b="1" dirty="0"/>
              <a:t>=</a:t>
            </a:r>
            <a:r>
              <a:rPr lang="en-SG" sz="1900" dirty="0"/>
              <a:t> Process − Ambient Temperature </a:t>
            </a:r>
          </a:p>
          <a:p>
            <a:r>
              <a:rPr lang="en-SG" sz="1900" b="1" dirty="0"/>
              <a:t>       →</a:t>
            </a:r>
            <a:r>
              <a:rPr lang="en-SG" sz="1900" dirty="0"/>
              <a:t> flags overheating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1900" b="1" dirty="0" err="1">
                <a:solidFill>
                  <a:srgbClr val="FF0000"/>
                </a:solidFill>
              </a:rPr>
              <a:t>Torque_per_ToolWear</a:t>
            </a:r>
            <a:r>
              <a:rPr lang="en-SG" sz="1900" b="1" dirty="0">
                <a:solidFill>
                  <a:srgbClr val="FF0000"/>
                </a:solidFill>
              </a:rPr>
              <a:t> </a:t>
            </a:r>
            <a:r>
              <a:rPr lang="en-SG" sz="1900" b="1" dirty="0"/>
              <a:t>=</a:t>
            </a:r>
            <a:r>
              <a:rPr lang="en-SG" sz="1900" dirty="0"/>
              <a:t> Torque ÷ Tool Wear </a:t>
            </a:r>
          </a:p>
          <a:p>
            <a:r>
              <a:rPr lang="en-SG" sz="1900" b="1" dirty="0"/>
              <a:t>       →</a:t>
            </a:r>
            <a:r>
              <a:rPr lang="en-SG" sz="1900" dirty="0"/>
              <a:t> indicates wear-related issues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3AEA3B4-29F1-10DA-3051-38F87A5EBAD1}"/>
                  </a:ext>
                </a:extLst>
              </p14:cNvPr>
              <p14:cNvContentPartPr/>
              <p14:nvPr/>
            </p14:nvContentPartPr>
            <p14:xfrm>
              <a:off x="5910775" y="2489236"/>
              <a:ext cx="6280244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3AEA3B4-29F1-10DA-3051-38F87A5EBA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1775" y="2480236"/>
                <a:ext cx="6297884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072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98D6-357C-79B8-391A-DAC91F1FE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30133" cy="972607"/>
          </a:xfrm>
        </p:spPr>
        <p:txBody>
          <a:bodyPr>
            <a:normAutofit/>
          </a:bodyPr>
          <a:lstStyle/>
          <a:p>
            <a:r>
              <a:rPr lang="en-SG" sz="2000" b="1" dirty="0"/>
              <a:t>Model Selection &amp; Performance</a:t>
            </a:r>
            <a:br>
              <a:rPr lang="en-SG" sz="2000" b="1" dirty="0"/>
            </a:br>
            <a:br>
              <a:rPr lang="en-SG" sz="2000" b="1" dirty="0"/>
            </a:br>
            <a:r>
              <a:rPr lang="en-SG" sz="2000" b="1" dirty="0"/>
              <a:t>Model Comparison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F80D04-E8C6-6555-7D32-766332D2F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988353"/>
              </p:ext>
            </p:extLst>
          </p:nvPr>
        </p:nvGraphicFramePr>
        <p:xfrm>
          <a:off x="897467" y="1311778"/>
          <a:ext cx="5823985" cy="33174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7835">
                  <a:extLst>
                    <a:ext uri="{9D8B030D-6E8A-4147-A177-3AD203B41FA5}">
                      <a16:colId xmlns:a16="http://schemas.microsoft.com/office/drawing/2014/main" val="1867017373"/>
                    </a:ext>
                  </a:extLst>
                </a:gridCol>
                <a:gridCol w="1259320">
                  <a:extLst>
                    <a:ext uri="{9D8B030D-6E8A-4147-A177-3AD203B41FA5}">
                      <a16:colId xmlns:a16="http://schemas.microsoft.com/office/drawing/2014/main" val="160315237"/>
                    </a:ext>
                  </a:extLst>
                </a:gridCol>
                <a:gridCol w="1269838">
                  <a:extLst>
                    <a:ext uri="{9D8B030D-6E8A-4147-A177-3AD203B41FA5}">
                      <a16:colId xmlns:a16="http://schemas.microsoft.com/office/drawing/2014/main" val="1732617956"/>
                    </a:ext>
                  </a:extLst>
                </a:gridCol>
                <a:gridCol w="934542">
                  <a:extLst>
                    <a:ext uri="{9D8B030D-6E8A-4147-A177-3AD203B41FA5}">
                      <a16:colId xmlns:a16="http://schemas.microsoft.com/office/drawing/2014/main" val="3198237042"/>
                    </a:ext>
                  </a:extLst>
                </a:gridCol>
                <a:gridCol w="1002450">
                  <a:extLst>
                    <a:ext uri="{9D8B030D-6E8A-4147-A177-3AD203B41FA5}">
                      <a16:colId xmlns:a16="http://schemas.microsoft.com/office/drawing/2014/main" val="3740864298"/>
                    </a:ext>
                  </a:extLst>
                </a:gridCol>
              </a:tblGrid>
              <a:tr h="394838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M</a:t>
                      </a:r>
                      <a:r>
                        <a:rPr lang="en-US" altLang="zh-CN" dirty="0" err="1"/>
                        <a:t>odel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983884"/>
                  </a:ext>
                </a:extLst>
              </a:tr>
              <a:tr h="7509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0.411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97932"/>
                  </a:ext>
                </a:extLst>
              </a:tr>
              <a:tr h="394838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507086"/>
                  </a:ext>
                </a:extLst>
              </a:tr>
              <a:tr h="394838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0.492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04014"/>
                  </a:ext>
                </a:extLst>
              </a:tr>
              <a:tr h="690967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464524"/>
                  </a:ext>
                </a:extLst>
              </a:tr>
              <a:tr h="690967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R</a:t>
                      </a:r>
                      <a:r>
                        <a:rPr lang="en-US" altLang="zh-CN" dirty="0" err="1"/>
                        <a:t>andom</a:t>
                      </a:r>
                      <a:r>
                        <a:rPr lang="en-US" altLang="zh-CN" dirty="0"/>
                        <a:t> Forest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0.895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980660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CF828A-CA2C-6CB2-5118-B07F5482D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96" y="4629572"/>
            <a:ext cx="6858003" cy="211306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/>
              <a:t>Decision Tree</a:t>
            </a:r>
            <a:r>
              <a:rPr lang="en-US" sz="2000" dirty="0"/>
              <a:t> chosen for highest recall (0.875), </a:t>
            </a:r>
            <a:br>
              <a:rPr lang="en-US" sz="2000" dirty="0"/>
            </a:br>
            <a:r>
              <a:rPr lang="en-US" sz="2000" dirty="0"/>
              <a:t>critical for detecting faulty machines.</a:t>
            </a:r>
          </a:p>
          <a:p>
            <a:pPr marL="0" indent="0" latinLnBrk="1">
              <a:lnSpc>
                <a:spcPct val="120000"/>
              </a:lnSpc>
              <a:buNone/>
            </a:pPr>
            <a:r>
              <a:rPr lang="fr-FR" sz="2000" b="1" dirty="0"/>
              <a:t>Confusion Matrix:</a:t>
            </a:r>
            <a:r>
              <a:rPr lang="fr-FR" sz="2000" dirty="0"/>
              <a:t> [[3854   10]</a:t>
            </a:r>
          </a:p>
          <a:p>
            <a:pPr marL="0" indent="0" latinLnBrk="1">
              <a:lnSpc>
                <a:spcPct val="120000"/>
              </a:lnSpc>
              <a:buNone/>
            </a:pPr>
            <a:r>
              <a:rPr lang="fr-FR" sz="2000" dirty="0"/>
              <a:t>                                        [ 16    120]]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3E931A-EFF3-6C1F-578D-21CBDEE6A10E}"/>
              </a:ext>
            </a:extLst>
          </p:cNvPr>
          <p:cNvSpPr txBox="1">
            <a:spLocks/>
          </p:cNvSpPr>
          <p:nvPr/>
        </p:nvSpPr>
        <p:spPr>
          <a:xfrm>
            <a:off x="7450122" y="608921"/>
            <a:ext cx="4530937" cy="4697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SG" sz="1900" b="1" dirty="0"/>
              <a:t>Hyperparameter Tuning with </a:t>
            </a:r>
            <a:r>
              <a:rPr lang="en-SG" sz="1900" b="1" dirty="0" err="1"/>
              <a:t>Optuna</a:t>
            </a:r>
            <a:endParaRPr lang="en-SG" sz="19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/>
              <a:t>Optimized Decision Tree for </a:t>
            </a:r>
            <a:r>
              <a:rPr lang="en-US" sz="1900" b="1" dirty="0"/>
              <a:t>Recall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SG" sz="1900" b="1" dirty="0"/>
              <a:t>Best hyperparameters</a:t>
            </a:r>
            <a:r>
              <a:rPr lang="en-SG" sz="1900" dirty="0"/>
              <a:t>: </a:t>
            </a:r>
            <a:br>
              <a:rPr lang="en-SG" sz="1900" dirty="0"/>
            </a:br>
            <a:r>
              <a:rPr lang="en-SG" sz="1900" dirty="0" err="1"/>
              <a:t>max_depth</a:t>
            </a:r>
            <a:r>
              <a:rPr lang="en-SG" sz="1900" dirty="0"/>
              <a:t>=18, </a:t>
            </a:r>
            <a:br>
              <a:rPr lang="en-SG" sz="1900" dirty="0"/>
            </a:br>
            <a:r>
              <a:rPr lang="en-SG" sz="1900" dirty="0" err="1"/>
              <a:t>min_samples_split</a:t>
            </a:r>
            <a:r>
              <a:rPr lang="en-SG" sz="1900" dirty="0"/>
              <a:t>=2, </a:t>
            </a:r>
            <a:br>
              <a:rPr lang="en-SG" sz="1900" dirty="0"/>
            </a:br>
            <a:r>
              <a:rPr lang="en-SG" sz="1900" dirty="0" err="1"/>
              <a:t>min_samples_leaf</a:t>
            </a:r>
            <a:r>
              <a:rPr lang="en-SG" sz="1900" dirty="0"/>
              <a:t>=1, </a:t>
            </a:r>
            <a:br>
              <a:rPr lang="en-SG" sz="1900" dirty="0"/>
            </a:br>
            <a:r>
              <a:rPr lang="en-SG" sz="1900" dirty="0"/>
              <a:t>criterion=‘entropy’,  </a:t>
            </a:r>
            <a:br>
              <a:rPr lang="en-SG" sz="1900" dirty="0"/>
            </a:br>
            <a:r>
              <a:rPr lang="en-SG" sz="1900" dirty="0" err="1"/>
              <a:t>max_features</a:t>
            </a:r>
            <a:r>
              <a:rPr lang="en-SG" sz="1900" dirty="0"/>
              <a:t>: 'sqrt'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900" b="1" dirty="0"/>
              <a:t>Accuracy</a:t>
            </a:r>
            <a:r>
              <a:rPr lang="en-US" sz="1900" dirty="0"/>
              <a:t>  </a:t>
            </a:r>
            <a:r>
              <a:rPr lang="en-SG" sz="1800" dirty="0"/>
              <a:t>↑ (</a:t>
            </a:r>
            <a:r>
              <a:rPr lang="en-US" sz="1900" dirty="0"/>
              <a:t>0.992 → 0.994)</a:t>
            </a:r>
            <a:br>
              <a:rPr lang="en-US" sz="1900" dirty="0"/>
            </a:br>
            <a:r>
              <a:rPr lang="en-US" sz="1900" b="1" dirty="0"/>
              <a:t>Recall</a:t>
            </a:r>
            <a:r>
              <a:rPr lang="en-US" sz="1900" dirty="0"/>
              <a:t>        </a:t>
            </a:r>
            <a:r>
              <a:rPr lang="en-SG" sz="2000" dirty="0"/>
              <a:t>↑</a:t>
            </a:r>
            <a:r>
              <a:rPr lang="en-US" sz="1900" dirty="0"/>
              <a:t> (0.875 → 0.882)</a:t>
            </a:r>
            <a:br>
              <a:rPr lang="en-SG" sz="1900" dirty="0"/>
            </a:br>
            <a:r>
              <a:rPr lang="en-US" sz="1900" b="1" dirty="0"/>
              <a:t>Precision</a:t>
            </a:r>
            <a:r>
              <a:rPr lang="en-US" sz="1900" dirty="0"/>
              <a:t> </a:t>
            </a:r>
            <a:r>
              <a:rPr lang="en-SG" sz="2000" dirty="0"/>
              <a:t>↑</a:t>
            </a:r>
            <a:r>
              <a:rPr lang="en-US" sz="1900" dirty="0"/>
              <a:t> (0.888 → 0.923)</a:t>
            </a:r>
            <a:br>
              <a:rPr lang="en-US" sz="1900" dirty="0"/>
            </a:br>
            <a:r>
              <a:rPr lang="en-US" sz="1900" b="1" dirty="0"/>
              <a:t>F1 Score   </a:t>
            </a:r>
            <a:r>
              <a:rPr lang="en-SG" sz="2000" dirty="0"/>
              <a:t>↑ (</a:t>
            </a:r>
            <a:r>
              <a:rPr lang="en-US" sz="1900" dirty="0"/>
              <a:t>0.881 → 0.902)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7DBD8B9-48C8-9114-C9BF-736513031D37}"/>
              </a:ext>
            </a:extLst>
          </p:cNvPr>
          <p:cNvSpPr txBox="1">
            <a:spLocks/>
          </p:cNvSpPr>
          <p:nvPr/>
        </p:nvSpPr>
        <p:spPr>
          <a:xfrm>
            <a:off x="4309535" y="5532110"/>
            <a:ext cx="6079070" cy="1105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dirty="0"/>
              <a:t>L</a:t>
            </a:r>
            <a:r>
              <a:rPr lang="en-US" altLang="zh-CN" sz="2000" dirty="0"/>
              <a:t>ow f</a:t>
            </a:r>
            <a:r>
              <a:rPr lang="en-US" sz="2000" dirty="0"/>
              <a:t>alse positives → few working machines flagged</a:t>
            </a:r>
            <a:endParaRPr lang="fr-FR" sz="2000" dirty="0"/>
          </a:p>
          <a:p>
            <a:pPr marL="0" indent="0">
              <a:buNone/>
            </a:pPr>
            <a:r>
              <a:rPr lang="en-US" sz="2000" dirty="0"/>
              <a:t>Low false negatives → most faulty machines detected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C091DE3-DDEF-5694-5644-9F4846828070}"/>
                  </a:ext>
                </a:extLst>
              </p14:cNvPr>
              <p14:cNvContentPartPr/>
              <p14:nvPr/>
            </p14:nvContentPartPr>
            <p14:xfrm>
              <a:off x="7535520" y="4220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C091DE3-DDEF-5694-5644-9F48468280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26880" y="332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0E8AFEB-7C26-EABD-38FD-7FF04DBD4C12}"/>
                  </a:ext>
                </a:extLst>
              </p14:cNvPr>
              <p14:cNvContentPartPr/>
              <p14:nvPr/>
            </p14:nvContentPartPr>
            <p14:xfrm>
              <a:off x="7239184" y="0"/>
              <a:ext cx="360" cy="5461366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0E8AFEB-7C26-EABD-38FD-7FF04DBD4C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30184" y="-9000"/>
                <a:ext cx="18000" cy="5479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ABBD191-427A-BFFC-D062-6B836C2DA902}"/>
                  </a:ext>
                </a:extLst>
              </p14:cNvPr>
              <p14:cNvContentPartPr/>
              <p14:nvPr/>
            </p14:nvContentPartPr>
            <p14:xfrm>
              <a:off x="7239183" y="5449719"/>
              <a:ext cx="4952816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ABBD191-427A-BFFC-D062-6B836C2DA9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30182" y="5440719"/>
                <a:ext cx="4970457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60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31CC-9462-4B3A-BE7B-C204DE0A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83" y="76203"/>
            <a:ext cx="5257800" cy="930271"/>
          </a:xfrm>
        </p:spPr>
        <p:txBody>
          <a:bodyPr>
            <a:normAutofit/>
          </a:bodyPr>
          <a:lstStyle/>
          <a:p>
            <a:r>
              <a:rPr lang="en-SG" sz="2000" b="1" dirty="0"/>
              <a:t>Feature Importance &amp; Improvements</a:t>
            </a:r>
            <a:br>
              <a:rPr lang="en-SG" sz="2000" b="1" dirty="0"/>
            </a:br>
            <a:r>
              <a:rPr lang="en-US" sz="2000" b="1" dirty="0"/>
              <a:t>Feature Importance – Optimized Decision Tree</a:t>
            </a:r>
            <a:endParaRPr lang="en-SG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B2F555-0B1D-0D5E-36BF-A26470E5A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85469"/>
              </p:ext>
            </p:extLst>
          </p:nvPr>
        </p:nvGraphicFramePr>
        <p:xfrm>
          <a:off x="635531" y="789847"/>
          <a:ext cx="3129677" cy="3352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9057">
                  <a:extLst>
                    <a:ext uri="{9D8B030D-6E8A-4147-A177-3AD203B41FA5}">
                      <a16:colId xmlns:a16="http://schemas.microsoft.com/office/drawing/2014/main" val="787614260"/>
                    </a:ext>
                  </a:extLst>
                </a:gridCol>
                <a:gridCol w="1280620">
                  <a:extLst>
                    <a:ext uri="{9D8B030D-6E8A-4147-A177-3AD203B41FA5}">
                      <a16:colId xmlns:a16="http://schemas.microsoft.com/office/drawing/2014/main" val="1209122737"/>
                    </a:ext>
                  </a:extLst>
                </a:gridCol>
              </a:tblGrid>
              <a:tr h="242314"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F</a:t>
                      </a:r>
                      <a:r>
                        <a:rPr lang="en-US" altLang="zh-CN" sz="1400" dirty="0" err="1"/>
                        <a:t>eature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Importance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50298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Torque (Nm)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0.334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033678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 err="1"/>
                        <a:t>Temp_Diff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525318"/>
                  </a:ext>
                </a:extLst>
              </a:tr>
              <a:tr h="229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Tool Wear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2019"/>
                  </a:ext>
                </a:extLst>
              </a:tr>
              <a:tr h="2144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Rotation Speed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514274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 err="1"/>
                        <a:t>Torque_per_Speed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108951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Ambient T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87369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 err="1"/>
                        <a:t>Quality_L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00983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/>
                        <a:t>Process T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095133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 err="1"/>
                        <a:t>Torque_per_Tollwear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073660"/>
                  </a:ext>
                </a:extLst>
              </a:tr>
              <a:tr h="2423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400" dirty="0" err="1"/>
                        <a:t>Quality_M</a:t>
                      </a:r>
                      <a:endParaRPr lang="en-S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400" dirty="0"/>
                        <a:t>0.003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9252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D8D6037-6167-354A-16DD-F87485551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65208" y="1093454"/>
            <a:ext cx="3451509" cy="2891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SG" sz="1500" b="1" dirty="0"/>
              <a:t>Torque &amp; </a:t>
            </a:r>
            <a:r>
              <a:rPr lang="en-SG" sz="1500" b="1" dirty="0" err="1"/>
              <a:t>Temp_Diff</a:t>
            </a:r>
            <a:r>
              <a:rPr lang="en-SG" sz="1500" dirty="0"/>
              <a:t> </a:t>
            </a:r>
            <a:br>
              <a:rPr lang="en-SG" sz="1500" dirty="0"/>
            </a:br>
            <a:r>
              <a:rPr lang="en-SG" sz="1500" dirty="0"/>
              <a:t>→ most predictive for machine faults</a:t>
            </a:r>
          </a:p>
          <a:p>
            <a:r>
              <a:rPr lang="en-SG" sz="1500" b="1" dirty="0"/>
              <a:t>Tool Wear &amp; Rotation Speed</a:t>
            </a:r>
            <a:r>
              <a:rPr lang="en-SG" sz="1500" dirty="0"/>
              <a:t> </a:t>
            </a:r>
            <a:br>
              <a:rPr lang="en-SG" sz="1500" dirty="0"/>
            </a:br>
            <a:r>
              <a:rPr lang="en-SG" sz="1500" dirty="0"/>
              <a:t>→ moderate influence</a:t>
            </a:r>
          </a:p>
          <a:p>
            <a:r>
              <a:rPr lang="en-SG" sz="1500" b="1" dirty="0" err="1"/>
              <a:t>Torque_per_Speed</a:t>
            </a:r>
            <a:r>
              <a:rPr lang="en-SG" sz="1500" b="1" dirty="0"/>
              <a:t>, Ambient T, Process T</a:t>
            </a:r>
            <a:r>
              <a:rPr lang="en-SG" sz="1500" dirty="0"/>
              <a:t> </a:t>
            </a:r>
            <a:br>
              <a:rPr lang="en-SG" sz="1500" dirty="0"/>
            </a:br>
            <a:r>
              <a:rPr lang="en-SG" sz="1500" dirty="0"/>
              <a:t>→ some contribution</a:t>
            </a:r>
          </a:p>
          <a:p>
            <a:r>
              <a:rPr lang="en-SG" sz="1500" b="1" dirty="0"/>
              <a:t>Quality (categorical)</a:t>
            </a:r>
            <a:r>
              <a:rPr lang="en-SG" sz="1500" dirty="0"/>
              <a:t> </a:t>
            </a:r>
            <a:br>
              <a:rPr lang="en-SG" sz="1500" dirty="0"/>
            </a:br>
            <a:r>
              <a:rPr lang="en-SG" sz="1500" dirty="0"/>
              <a:t>→ low contribution</a:t>
            </a:r>
          </a:p>
          <a:p>
            <a:r>
              <a:rPr lang="en-SG" sz="1500" dirty="0"/>
              <a:t>Decision Tree prefer numeric</a:t>
            </a:r>
            <a:r>
              <a:rPr lang="en-US" altLang="zh-CN" sz="1500" dirty="0"/>
              <a:t>al</a:t>
            </a:r>
            <a:r>
              <a:rPr lang="en-SG" sz="1500" dirty="0"/>
              <a:t> features with high information gain.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0CCE58D-DE4E-CCFD-D287-957F1B187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4288" y="536708"/>
            <a:ext cx="4835660" cy="6055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900" b="1" dirty="0"/>
              <a:t>Feature Engineering Improvements</a:t>
            </a:r>
          </a:p>
          <a:p>
            <a:pPr marL="0" indent="0">
              <a:buNone/>
            </a:pPr>
            <a:r>
              <a:rPr lang="en-SG" sz="1900" b="1" dirty="0"/>
              <a:t>New features added:</a:t>
            </a:r>
            <a:endParaRPr lang="en-SG" sz="1900" dirty="0"/>
          </a:p>
          <a:p>
            <a:r>
              <a:rPr lang="en-SG" sz="1900" b="1" dirty="0" err="1">
                <a:solidFill>
                  <a:srgbClr val="FF0000"/>
                </a:solidFill>
              </a:rPr>
              <a:t>Torque_x_Rotation</a:t>
            </a:r>
            <a:r>
              <a:rPr lang="en-SG" sz="1900" b="1" dirty="0">
                <a:solidFill>
                  <a:srgbClr val="FF0000"/>
                </a:solidFill>
              </a:rPr>
              <a:t> </a:t>
            </a:r>
            <a:r>
              <a:rPr lang="en-SG" sz="1900" b="1" dirty="0"/>
              <a:t>→</a:t>
            </a:r>
            <a:r>
              <a:rPr lang="en-SG" sz="1900" dirty="0"/>
              <a:t> combines torque and rotation speed for stronger signal</a:t>
            </a:r>
          </a:p>
          <a:p>
            <a:r>
              <a:rPr lang="en-SG" sz="1900" b="1" dirty="0">
                <a:solidFill>
                  <a:srgbClr val="FF0000"/>
                </a:solidFill>
              </a:rPr>
              <a:t>Wear_x_Torque </a:t>
            </a:r>
            <a:r>
              <a:rPr lang="en-SG" sz="1900" b="1" dirty="0"/>
              <a:t>→</a:t>
            </a:r>
            <a:r>
              <a:rPr lang="en-SG" sz="1900" dirty="0"/>
              <a:t> reflects combined effect of tool wear and torque</a:t>
            </a:r>
          </a:p>
          <a:p>
            <a:r>
              <a:rPr lang="en-SG" sz="1900" b="1" dirty="0" err="1">
                <a:solidFill>
                  <a:srgbClr val="FF0000"/>
                </a:solidFill>
              </a:rPr>
              <a:t>Temp_Ratio</a:t>
            </a:r>
            <a:r>
              <a:rPr lang="en-SG" sz="1900" b="1" dirty="0">
                <a:solidFill>
                  <a:srgbClr val="FF0000"/>
                </a:solidFill>
              </a:rPr>
              <a:t> </a:t>
            </a:r>
            <a:r>
              <a:rPr lang="en-SG" sz="1900" b="1" dirty="0"/>
              <a:t>=</a:t>
            </a:r>
            <a:r>
              <a:rPr lang="en-SG" sz="1900" dirty="0"/>
              <a:t> Process Temperature ÷ Ambient Temperature </a:t>
            </a:r>
            <a:br>
              <a:rPr lang="en-SG" sz="1900" dirty="0"/>
            </a:br>
            <a:r>
              <a:rPr lang="en-SG" sz="1900" b="1" dirty="0"/>
              <a:t>→</a:t>
            </a:r>
            <a:r>
              <a:rPr lang="en-SG" sz="1900" dirty="0"/>
              <a:t> indicates abnormal temperature conditions</a:t>
            </a:r>
          </a:p>
          <a:p>
            <a:pPr marL="0" indent="0">
              <a:buNone/>
            </a:pPr>
            <a:r>
              <a:rPr lang="en-US" sz="1900" b="1" dirty="0"/>
              <a:t>Preprocessing:</a:t>
            </a:r>
            <a:endParaRPr lang="en-US" sz="1900" dirty="0"/>
          </a:p>
          <a:p>
            <a:pPr lvl="1"/>
            <a:r>
              <a:rPr lang="en-US" sz="1900" dirty="0"/>
              <a:t>Categorical: Quality → One-Hot Encoding</a:t>
            </a:r>
          </a:p>
          <a:p>
            <a:pPr lvl="1"/>
            <a:r>
              <a:rPr lang="en-US" sz="1900" dirty="0"/>
              <a:t>Numerical: </a:t>
            </a:r>
            <a:r>
              <a:rPr lang="en-US" sz="1900" dirty="0" err="1"/>
              <a:t>StandardScaler</a:t>
            </a:r>
            <a:endParaRPr lang="en-US" sz="1900" dirty="0"/>
          </a:p>
          <a:p>
            <a:pPr lvl="1"/>
            <a:r>
              <a:rPr lang="en-US" sz="1900" dirty="0"/>
              <a:t>Pipeline: Preprocessor + Decision Tree</a:t>
            </a:r>
          </a:p>
          <a:p>
            <a:pPr marL="0" indent="0">
              <a:buNone/>
            </a:pPr>
            <a:r>
              <a:rPr lang="en-US" sz="1900" b="1" dirty="0"/>
              <a:t>Goal:</a:t>
            </a:r>
            <a:r>
              <a:rPr lang="en-US" sz="1900" dirty="0"/>
              <a:t> Provide the model with domain-relevant numeric features to improve detection of faulty machines.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B78E5-56F9-DB83-108E-FF5BE11476C7}"/>
              </a:ext>
            </a:extLst>
          </p:cNvPr>
          <p:cNvSpPr txBox="1"/>
          <p:nvPr/>
        </p:nvSpPr>
        <p:spPr>
          <a:xfrm>
            <a:off x="1225729" y="4157104"/>
            <a:ext cx="6129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Baseline vs Tuned Decision Tree Performance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9981D9-EC38-FAE4-A5CA-88B308EBA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439196"/>
              </p:ext>
            </p:extLst>
          </p:nvPr>
        </p:nvGraphicFramePr>
        <p:xfrm>
          <a:off x="1593685" y="4472818"/>
          <a:ext cx="4044949" cy="1447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79284">
                  <a:extLst>
                    <a:ext uri="{9D8B030D-6E8A-4147-A177-3AD203B41FA5}">
                      <a16:colId xmlns:a16="http://schemas.microsoft.com/office/drawing/2014/main" val="437835593"/>
                    </a:ext>
                  </a:extLst>
                </a:gridCol>
                <a:gridCol w="867092">
                  <a:extLst>
                    <a:ext uri="{9D8B030D-6E8A-4147-A177-3AD203B41FA5}">
                      <a16:colId xmlns:a16="http://schemas.microsoft.com/office/drawing/2014/main" val="770269863"/>
                    </a:ext>
                  </a:extLst>
                </a:gridCol>
                <a:gridCol w="2298573">
                  <a:extLst>
                    <a:ext uri="{9D8B030D-6E8A-4147-A177-3AD203B41FA5}">
                      <a16:colId xmlns:a16="http://schemas.microsoft.com/office/drawing/2014/main" val="1652386786"/>
                    </a:ext>
                  </a:extLst>
                </a:gridCol>
              </a:tblGrid>
              <a:tr h="273609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M</a:t>
                      </a:r>
                      <a:r>
                        <a:rPr lang="en-US" altLang="zh-CN" sz="1300" dirty="0" err="1"/>
                        <a:t>etric</a:t>
                      </a:r>
                      <a:endParaRPr lang="en-S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Tuned(Feature </a:t>
                      </a:r>
                      <a:r>
                        <a:rPr lang="en-SG" sz="1300" dirty="0" err="1"/>
                        <a:t>Eng+Optuna</a:t>
                      </a:r>
                      <a:r>
                        <a:rPr lang="en-SG" sz="13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73681"/>
                  </a:ext>
                </a:extLst>
              </a:tr>
              <a:tr h="164165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0.996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799710"/>
                  </a:ext>
                </a:extLst>
              </a:tr>
              <a:tr h="164165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929209"/>
                  </a:ext>
                </a:extLst>
              </a:tr>
              <a:tr h="164165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0.919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101427"/>
                  </a:ext>
                </a:extLst>
              </a:tr>
              <a:tr h="164165"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/>
                        <a:t>0.881</a:t>
                      </a:r>
                      <a:endParaRPr lang="en-SG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300" dirty="0"/>
                        <a:t>0.933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454470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45FB9767-3289-87FC-7445-C1B8A0978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64" y="5920618"/>
            <a:ext cx="661246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SG" sz="1600" b="1" dirty="0"/>
              <a:t>Precision</a:t>
            </a:r>
            <a:r>
              <a:rPr lang="en-SG" sz="1600" dirty="0"/>
              <a:t> ↑ (0.923 → 0.947) → fewer false positives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Recall        </a:t>
            </a:r>
            <a:r>
              <a:rPr lang="en-US" sz="1600" dirty="0"/>
              <a:t>↑ (0.882 → 0.919) → better detection of faulty machines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SG" sz="1600" b="1" dirty="0"/>
              <a:t>F1 Score   </a:t>
            </a:r>
            <a:r>
              <a:rPr lang="en-SG" sz="1600" dirty="0"/>
              <a:t>↑ (0.902 → 0.933) → overall balance improved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D65D37F-EADF-5650-5504-201E14FA3DB8}"/>
                  </a:ext>
                </a:extLst>
              </p14:cNvPr>
              <p14:cNvContentPartPr/>
              <p14:nvPr/>
            </p14:nvContentPartPr>
            <p14:xfrm>
              <a:off x="7185329" y="1080"/>
              <a:ext cx="360" cy="6856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D65D37F-EADF-5650-5504-201E14FA3D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6329" y="-7920"/>
                <a:ext cx="18000" cy="68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702958D-82B0-CED1-CC56-D44535B4AB59}"/>
                  </a:ext>
                </a:extLst>
              </p14:cNvPr>
              <p14:cNvContentPartPr/>
              <p14:nvPr/>
            </p14:nvContentPartPr>
            <p14:xfrm>
              <a:off x="40280" y="4157104"/>
              <a:ext cx="71517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702958D-82B0-CED1-CC56-D44535B4AB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80" y="4148104"/>
                <a:ext cx="7169401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065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984</Words>
  <Application>Microsoft Office PowerPoint</Application>
  <PresentationFormat>Widescreen</PresentationFormat>
  <Paragraphs>223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ADLaM Display</vt:lpstr>
      <vt:lpstr>Amasis MT Pro Black</vt:lpstr>
      <vt:lpstr>Aptos</vt:lpstr>
      <vt:lpstr>Aptos Display</vt:lpstr>
      <vt:lpstr>Arial</vt:lpstr>
      <vt:lpstr>Office Theme</vt:lpstr>
      <vt:lpstr>Classification Machine Status Goal / Overview Title: Predict if a machine is working or faulty.  Dataset Snapshot  </vt:lpstr>
      <vt:lpstr>EDA &amp; Data Cleaning  Bar chart: Machine Status counts</vt:lpstr>
      <vt:lpstr> Feature Engineering &amp; Preprocessing  Categorical Features Feature: Quality Action: One-Hot Encoding applied (drop first to avoid multicollinearity) Categorical encoding applied ✅</vt:lpstr>
      <vt:lpstr>Model Selection &amp; Performance  Model Comparison Table</vt:lpstr>
      <vt:lpstr>Feature Importance &amp; Improvements Feature Importance – Optimized Decision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TOH KE TING</dc:creator>
  <cp:lastModifiedBy>TOH KE TING</cp:lastModifiedBy>
  <cp:revision>1</cp:revision>
  <dcterms:created xsi:type="dcterms:W3CDTF">2025-11-19T13:08:45Z</dcterms:created>
  <dcterms:modified xsi:type="dcterms:W3CDTF">2026-03-27T13:37:35Z</dcterms:modified>
</cp:coreProperties>
</file>